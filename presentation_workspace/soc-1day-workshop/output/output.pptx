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87a5fc755949c8" /><Relationship Type="http://schemas.openxmlformats.org/officeDocument/2006/relationships/extended-properties" Target="/docProps/app.xml" Id="R6fe393f3e30e4057" /><Relationship Type="http://schemas.openxmlformats.org/officeDocument/2006/relationships/officeDocument" Target="/ppt/presentation.xml" Id="R9dc03b63055e4b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c78295d11d49f3"/>
  </p:sldMasterIdLst>
  <p:notesMasterIdLst>
    <p:notesMasterId xmlns:r="http://schemas.openxmlformats.org/officeDocument/2006/relationships" r:id="R1cf98258fbb242a2"/>
  </p:notesMasterIdLst>
  <p:sldIdLst>
    <p:sldId xmlns:r="http://schemas.openxmlformats.org/officeDocument/2006/relationships" id="256" r:id="R166f4e7b22984d05"/>
    <p:sldId xmlns:r="http://schemas.openxmlformats.org/officeDocument/2006/relationships" id="257" r:id="R3d27fbe9c8264211"/>
    <p:sldId xmlns:r="http://schemas.openxmlformats.org/officeDocument/2006/relationships" id="258" r:id="R23ea4ae8490d4b8b"/>
    <p:sldId xmlns:r="http://schemas.openxmlformats.org/officeDocument/2006/relationships" id="259" r:id="R9afef48039f14f28"/>
    <p:sldId xmlns:r="http://schemas.openxmlformats.org/officeDocument/2006/relationships" id="260" r:id="R716a2e536328469c"/>
    <p:sldId xmlns:r="http://schemas.openxmlformats.org/officeDocument/2006/relationships" id="261" r:id="R2e64509c023148d6"/>
    <p:sldId xmlns:r="http://schemas.openxmlformats.org/officeDocument/2006/relationships" id="262" r:id="R64912221123d4a8f"/>
    <p:sldId xmlns:r="http://schemas.openxmlformats.org/officeDocument/2006/relationships" id="263" r:id="Rea485efe69bc4b58"/>
    <p:sldId xmlns:r="http://schemas.openxmlformats.org/officeDocument/2006/relationships" id="264" r:id="R97652a2c175545cc"/>
    <p:sldId xmlns:r="http://schemas.openxmlformats.org/officeDocument/2006/relationships" id="265" r:id="R2215f40f92634f3e"/>
    <p:sldId xmlns:r="http://schemas.openxmlformats.org/officeDocument/2006/relationships" id="266" r:id="Rdc4e77c1e83a44b6"/>
    <p:sldId xmlns:r="http://schemas.openxmlformats.org/officeDocument/2006/relationships" id="267" r:id="Rc3633584c24f41e0"/>
    <p:sldId xmlns:r="http://schemas.openxmlformats.org/officeDocument/2006/relationships" id="268" r:id="R9b34c86a226941b2"/>
    <p:sldId xmlns:r="http://schemas.openxmlformats.org/officeDocument/2006/relationships" id="269" r:id="Rbfb3c0b9512f44d0"/>
    <p:sldId xmlns:r="http://schemas.openxmlformats.org/officeDocument/2006/relationships" id="270" r:id="Rda1d416d29ed4e1a"/>
    <p:sldId xmlns:r="http://schemas.openxmlformats.org/officeDocument/2006/relationships" id="271" r:id="R7c1e19e879b04d42"/>
    <p:sldId xmlns:r="http://schemas.openxmlformats.org/officeDocument/2006/relationships" id="272" r:id="R771acc1bbdcb42c4"/>
    <p:sldId xmlns:r="http://schemas.openxmlformats.org/officeDocument/2006/relationships" id="273" r:id="R755f713209904e1e"/>
    <p:sldId xmlns:r="http://schemas.openxmlformats.org/officeDocument/2006/relationships" id="274" r:id="Rdf6daa69a9254aaa"/>
    <p:sldId xmlns:r="http://schemas.openxmlformats.org/officeDocument/2006/relationships" id="275" r:id="R351f5b6f3c884ee2"/>
    <p:sldId xmlns:r="http://schemas.openxmlformats.org/officeDocument/2006/relationships" id="276" r:id="R469eceda92f24f72"/>
    <p:sldId xmlns:r="http://schemas.openxmlformats.org/officeDocument/2006/relationships" id="277" r:id="R598e1e11a7524ace"/>
    <p:sldId xmlns:r="http://schemas.openxmlformats.org/officeDocument/2006/relationships" id="278" r:id="R6ec9df343ec743b3"/>
    <p:sldId xmlns:r="http://schemas.openxmlformats.org/officeDocument/2006/relationships" id="279" r:id="R76954152f31a432b"/>
    <p:sldId xmlns:r="http://schemas.openxmlformats.org/officeDocument/2006/relationships" id="280" r:id="R9d8e3972d5da4f82"/>
    <p:sldId xmlns:r="http://schemas.openxmlformats.org/officeDocument/2006/relationships" id="281" r:id="Ra55e1feb40de47fb"/>
    <p:sldId xmlns:r="http://schemas.openxmlformats.org/officeDocument/2006/relationships" id="282" r:id="R49963d52bd514540"/>
    <p:sldId xmlns:r="http://schemas.openxmlformats.org/officeDocument/2006/relationships" id="283" r:id="R6c96eca23c7e401e"/>
    <p:sldId xmlns:r="http://schemas.openxmlformats.org/officeDocument/2006/relationships" id="284" r:id="Ra7879c88f28747c3"/>
    <p:sldId xmlns:r="http://schemas.openxmlformats.org/officeDocument/2006/relationships" id="285" r:id="Rb8d345309f1c4f70"/>
    <p:sldId xmlns:r="http://schemas.openxmlformats.org/officeDocument/2006/relationships" id="286" r:id="Rfc985992aab445c5"/>
    <p:sldId xmlns:r="http://schemas.openxmlformats.org/officeDocument/2006/relationships" id="287" r:id="R2ee3525bcaf2430d"/>
    <p:sldId xmlns:r="http://schemas.openxmlformats.org/officeDocument/2006/relationships" id="288" r:id="R967c906b949241d7"/>
    <p:sldId xmlns:r="http://schemas.openxmlformats.org/officeDocument/2006/relationships" id="289" r:id="Rc47fbf5cd8744fc9"/>
    <p:sldId xmlns:r="http://schemas.openxmlformats.org/officeDocument/2006/relationships" id="290" r:id="R5050403ae6064aae"/>
    <p:sldId xmlns:r="http://schemas.openxmlformats.org/officeDocument/2006/relationships" id="291" r:id="Rf1903e5cb7f34c17"/>
    <p:sldId xmlns:r="http://schemas.openxmlformats.org/officeDocument/2006/relationships" id="292" r:id="R570d5128e81d4cd5"/>
    <p:sldId xmlns:r="http://schemas.openxmlformats.org/officeDocument/2006/relationships" id="293" r:id="Rdbade9c0b8474cec"/>
    <p:sldId xmlns:r="http://schemas.openxmlformats.org/officeDocument/2006/relationships" id="294" r:id="R7f363db8b1c94efe"/>
    <p:sldId xmlns:r="http://schemas.openxmlformats.org/officeDocument/2006/relationships" id="295" r:id="R9fb66055fa0d4d28"/>
    <p:sldId xmlns:r="http://schemas.openxmlformats.org/officeDocument/2006/relationships" id="296" r:id="R80062f74127e4b08"/>
    <p:sldId xmlns:r="http://schemas.openxmlformats.org/officeDocument/2006/relationships" id="297" r:id="Rd60f988f1ffd4de8"/>
    <p:sldId xmlns:r="http://schemas.openxmlformats.org/officeDocument/2006/relationships" id="298" r:id="Rf179108c7bca47c2"/>
    <p:sldId xmlns:r="http://schemas.openxmlformats.org/officeDocument/2006/relationships" id="299" r:id="R1d3fffd49c7b4f83"/>
    <p:sldId xmlns:r="http://schemas.openxmlformats.org/officeDocument/2006/relationships" id="300" r:id="Rce4a50f7cb48414f"/>
    <p:sldId xmlns:r="http://schemas.openxmlformats.org/officeDocument/2006/relationships" id="301" r:id="R31323b7f39164d38"/>
    <p:sldId xmlns:r="http://schemas.openxmlformats.org/officeDocument/2006/relationships" id="302" r:id="Re1156c46f270482f"/>
    <p:sldId xmlns:r="http://schemas.openxmlformats.org/officeDocument/2006/relationships" id="303" r:id="R93f1758df9304909"/>
    <p:sldId xmlns:r="http://schemas.openxmlformats.org/officeDocument/2006/relationships" id="304" r:id="R7c98142d86ae4083"/>
    <p:sldId xmlns:r="http://schemas.openxmlformats.org/officeDocument/2006/relationships" id="305" r:id="R6375c6fa41e44339"/>
    <p:sldId xmlns:r="http://schemas.openxmlformats.org/officeDocument/2006/relationships" id="306" r:id="Rd9c8c88959fb45e2"/>
    <p:sldId xmlns:r="http://schemas.openxmlformats.org/officeDocument/2006/relationships" id="307" r:id="Ra60997f7f8b24770"/>
    <p:sldId xmlns:r="http://schemas.openxmlformats.org/officeDocument/2006/relationships" id="308" r:id="Rcea8fd0fff6e4649"/>
    <p:sldId xmlns:r="http://schemas.openxmlformats.org/officeDocument/2006/relationships" id="309" r:id="Re5714750499d4958"/>
    <p:sldId xmlns:r="http://schemas.openxmlformats.org/officeDocument/2006/relationships" id="310" r:id="R2b0f13d014e94bdc"/>
    <p:sldId xmlns:r="http://schemas.openxmlformats.org/officeDocument/2006/relationships" id="311" r:id="R47e7ceb26d1a4f20"/>
    <p:sldId xmlns:r="http://schemas.openxmlformats.org/officeDocument/2006/relationships" id="312" r:id="R44d050e1cc694ca7"/>
    <p:sldId xmlns:r="http://schemas.openxmlformats.org/officeDocument/2006/relationships" id="313" r:id="R5403610c4b354290"/>
    <p:sldId xmlns:r="http://schemas.openxmlformats.org/officeDocument/2006/relationships" id="314" r:id="R0eed4ebfbd434df7"/>
    <p:sldId xmlns:r="http://schemas.openxmlformats.org/officeDocument/2006/relationships" id="315" r:id="Reecb4727018042cc"/>
    <p:sldId xmlns:r="http://schemas.openxmlformats.org/officeDocument/2006/relationships" id="316" r:id="R41d99e521d34467d"/>
    <p:sldId xmlns:r="http://schemas.openxmlformats.org/officeDocument/2006/relationships" id="317" r:id="Rc5b4e399cdd449cd"/>
    <p:sldId xmlns:r="http://schemas.openxmlformats.org/officeDocument/2006/relationships" id="318" r:id="R2b475dd283f54e28"/>
    <p:sldId xmlns:r="http://schemas.openxmlformats.org/officeDocument/2006/relationships" id="319" r:id="R22e7583af2134261"/>
    <p:sldId xmlns:r="http://schemas.openxmlformats.org/officeDocument/2006/relationships" id="320" r:id="Rfa0b32298d484b53"/>
    <p:sldId xmlns:r="http://schemas.openxmlformats.org/officeDocument/2006/relationships" id="321" r:id="R963e39a8a63f4167"/>
    <p:sldId xmlns:r="http://schemas.openxmlformats.org/officeDocument/2006/relationships" id="322" r:id="R503a71b3ddf447d0"/>
    <p:sldId xmlns:r="http://schemas.openxmlformats.org/officeDocument/2006/relationships" id="323" r:id="Rbc05ff3f84314971"/>
    <p:sldId xmlns:r="http://schemas.openxmlformats.org/officeDocument/2006/relationships" id="324" r:id="R3cdbffab2db94b6c"/>
    <p:sldId xmlns:r="http://schemas.openxmlformats.org/officeDocument/2006/relationships" id="325" r:id="R805572c79f124787"/>
    <p:sldId xmlns:r="http://schemas.openxmlformats.org/officeDocument/2006/relationships" id="326" r:id="Rd3bf608b2d164fd6"/>
    <p:sldId xmlns:r="http://schemas.openxmlformats.org/officeDocument/2006/relationships" id="327" r:id="Reb7d49e73b344d42"/>
    <p:sldId xmlns:r="http://schemas.openxmlformats.org/officeDocument/2006/relationships" id="328" r:id="R0302d1bc394c44e3"/>
    <p:sldId xmlns:r="http://schemas.openxmlformats.org/officeDocument/2006/relationships" id="329" r:id="R91df0e5451154715"/>
    <p:sldId xmlns:r="http://schemas.openxmlformats.org/officeDocument/2006/relationships" id="330" r:id="R9161ae2650c84986"/>
    <p:sldId xmlns:r="http://schemas.openxmlformats.org/officeDocument/2006/relationships" id="331" r:id="Rb0cdaa34891c46ab"/>
    <p:sldId xmlns:r="http://schemas.openxmlformats.org/officeDocument/2006/relationships" id="332" r:id="R33c8792bd6e6414c"/>
    <p:sldId xmlns:r="http://schemas.openxmlformats.org/officeDocument/2006/relationships" id="333" r:id="R961ddd67dfa74f9c"/>
    <p:sldId xmlns:r="http://schemas.openxmlformats.org/officeDocument/2006/relationships" id="334" r:id="R68e8af6490d14878"/>
    <p:sldId xmlns:r="http://schemas.openxmlformats.org/officeDocument/2006/relationships" id="335" r:id="R6a7305da88cf406c"/>
    <p:sldId xmlns:r="http://schemas.openxmlformats.org/officeDocument/2006/relationships" id="336" r:id="R8f9fafcc9d6e42e8"/>
    <p:sldId xmlns:r="http://schemas.openxmlformats.org/officeDocument/2006/relationships" id="337" r:id="Rc7a7811851314ff9"/>
    <p:sldId xmlns:r="http://schemas.openxmlformats.org/officeDocument/2006/relationships" id="338" r:id="R1c1a1feaac034bac"/>
    <p:sldId xmlns:r="http://schemas.openxmlformats.org/officeDocument/2006/relationships" id="339" r:id="Rd96df899b5434670"/>
    <p:sldId xmlns:r="http://schemas.openxmlformats.org/officeDocument/2006/relationships" id="340" r:id="Rf5cbd167c7ae448f"/>
    <p:sldId xmlns:r="http://schemas.openxmlformats.org/officeDocument/2006/relationships" id="341" r:id="R533711526b864703"/>
    <p:sldId xmlns:r="http://schemas.openxmlformats.org/officeDocument/2006/relationships" id="342" r:id="Rdb1a30b3b90240ec"/>
    <p:sldId xmlns:r="http://schemas.openxmlformats.org/officeDocument/2006/relationships" id="343" r:id="R576544b872274b9d"/>
    <p:sldId xmlns:r="http://schemas.openxmlformats.org/officeDocument/2006/relationships" id="344" r:id="R087738decb534752"/>
    <p:sldId xmlns:r="http://schemas.openxmlformats.org/officeDocument/2006/relationships" id="345" r:id="R47079e5a497f4468"/>
    <p:sldId xmlns:r="http://schemas.openxmlformats.org/officeDocument/2006/relationships" id="346" r:id="R61690a5b53fd4497"/>
    <p:sldId xmlns:r="http://schemas.openxmlformats.org/officeDocument/2006/relationships" id="347" r:id="R26fa7d9ac29d48ff"/>
    <p:sldId xmlns:r="http://schemas.openxmlformats.org/officeDocument/2006/relationships" id="348" r:id="R4c6aba657c0b4d2d"/>
    <p:sldId xmlns:r="http://schemas.openxmlformats.org/officeDocument/2006/relationships" id="349" r:id="R7f452b4476124cc9"/>
    <p:sldId xmlns:r="http://schemas.openxmlformats.org/officeDocument/2006/relationships" id="350" r:id="Rb487dc56c7be47f3"/>
    <p:sldId xmlns:r="http://schemas.openxmlformats.org/officeDocument/2006/relationships" id="351" r:id="R0c3b8e5f91be4889"/>
    <p:sldId xmlns:r="http://schemas.openxmlformats.org/officeDocument/2006/relationships" id="352" r:id="R25031e3c44bd46eb"/>
    <p:sldId xmlns:r="http://schemas.openxmlformats.org/officeDocument/2006/relationships" id="353" r:id="Rd43e1a5eab4e45ba"/>
    <p:sldId xmlns:r="http://schemas.openxmlformats.org/officeDocument/2006/relationships" id="354" r:id="R47606543c2524b06"/>
    <p:sldId xmlns:r="http://schemas.openxmlformats.org/officeDocument/2006/relationships" id="355" r:id="R9d37bb358a024c5d"/>
    <p:sldId xmlns:r="http://schemas.openxmlformats.org/officeDocument/2006/relationships" id="356" r:id="Re08b7b1f2d324306"/>
    <p:sldId xmlns:r="http://schemas.openxmlformats.org/officeDocument/2006/relationships" id="357" r:id="R97964ea0775d4970"/>
    <p:sldId xmlns:r="http://schemas.openxmlformats.org/officeDocument/2006/relationships" id="358" r:id="R94a23dbd69ea48e4"/>
    <p:sldId xmlns:r="http://schemas.openxmlformats.org/officeDocument/2006/relationships" id="359" r:id="R5173b5a129f346d6"/>
    <p:sldId xmlns:r="http://schemas.openxmlformats.org/officeDocument/2006/relationships" id="360" r:id="R4eb38b65279348ab"/>
    <p:sldId xmlns:r="http://schemas.openxmlformats.org/officeDocument/2006/relationships" id="361" r:id="Ra36ca7030c884aa8"/>
    <p:sldId xmlns:r="http://schemas.openxmlformats.org/officeDocument/2006/relationships" id="362" r:id="R3c93fd7633124d77"/>
    <p:sldId xmlns:r="http://schemas.openxmlformats.org/officeDocument/2006/relationships" id="363" r:id="R37346931feeb4a0c"/>
    <p:sldId xmlns:r="http://schemas.openxmlformats.org/officeDocument/2006/relationships" id="364" r:id="Rf791a6e7221e41ac"/>
    <p:sldId xmlns:r="http://schemas.openxmlformats.org/officeDocument/2006/relationships" id="365" r:id="R32a0f3163f6d4be8"/>
    <p:sldId xmlns:r="http://schemas.openxmlformats.org/officeDocument/2006/relationships" id="366" r:id="R49dade0e29f5430e"/>
    <p:sldId xmlns:r="http://schemas.openxmlformats.org/officeDocument/2006/relationships" id="367" r:id="R9f44eef95a2a4076"/>
    <p:sldId xmlns:r="http://schemas.openxmlformats.org/officeDocument/2006/relationships" id="368" r:id="R550f8611aaac4136"/>
    <p:sldId xmlns:r="http://schemas.openxmlformats.org/officeDocument/2006/relationships" id="369" r:id="Rcb17d100a6ac4137"/>
    <p:sldId xmlns:r="http://schemas.openxmlformats.org/officeDocument/2006/relationships" id="370" r:id="R5cf62f8586094780"/>
    <p:sldId xmlns:r="http://schemas.openxmlformats.org/officeDocument/2006/relationships" id="371" r:id="R3525d253581c49fb"/>
    <p:sldId xmlns:r="http://schemas.openxmlformats.org/officeDocument/2006/relationships" id="372" r:id="R78d40cfc986b4834"/>
    <p:sldId xmlns:r="http://schemas.openxmlformats.org/officeDocument/2006/relationships" id="373" r:id="Rca161246504f45cc"/>
    <p:sldId xmlns:r="http://schemas.openxmlformats.org/officeDocument/2006/relationships" id="374" r:id="R249f06adbe5a47f9"/>
    <p:sldId xmlns:r="http://schemas.openxmlformats.org/officeDocument/2006/relationships" id="375" r:id="Rbd43a26462cb477c"/>
    <p:sldId xmlns:r="http://schemas.openxmlformats.org/officeDocument/2006/relationships" id="376" r:id="Re9f74f0b6e234262"/>
    <p:sldId xmlns:r="http://schemas.openxmlformats.org/officeDocument/2006/relationships" id="377" r:id="Rd27b27a7435a4c43"/>
    <p:sldId xmlns:r="http://schemas.openxmlformats.org/officeDocument/2006/relationships" id="378" r:id="R828476acd7a74f71"/>
    <p:sldId xmlns:r="http://schemas.openxmlformats.org/officeDocument/2006/relationships" id="379" r:id="R9c15f8cbd3854d6f"/>
    <p:sldId xmlns:r="http://schemas.openxmlformats.org/officeDocument/2006/relationships" id="380" r:id="Rfd3f1166a4314363"/>
    <p:sldId xmlns:r="http://schemas.openxmlformats.org/officeDocument/2006/relationships" id="381" r:id="R1eae68c2b4274c37"/>
    <p:sldId xmlns:r="http://schemas.openxmlformats.org/officeDocument/2006/relationships" id="382" r:id="Raa85c50f1554421c"/>
    <p:sldId xmlns:r="http://schemas.openxmlformats.org/officeDocument/2006/relationships" id="383" r:id="R29c68760e8344dd7"/>
    <p:sldId xmlns:r="http://schemas.openxmlformats.org/officeDocument/2006/relationships" id="384" r:id="Ra5c12c08135445f3"/>
    <p:sldId xmlns:r="http://schemas.openxmlformats.org/officeDocument/2006/relationships" id="385" r:id="R3dbdffa8048c490a"/>
    <p:sldId xmlns:r="http://schemas.openxmlformats.org/officeDocument/2006/relationships" id="386" r:id="Rb45827b296cb4f66"/>
    <p:sldId xmlns:r="http://schemas.openxmlformats.org/officeDocument/2006/relationships" id="387" r:id="R72ddac9cdb2a4563"/>
    <p:sldId xmlns:r="http://schemas.openxmlformats.org/officeDocument/2006/relationships" id="388" r:id="Rd33065c906854948"/>
    <p:sldId xmlns:r="http://schemas.openxmlformats.org/officeDocument/2006/relationships" id="389" r:id="R3a3fe882b1974df1"/>
    <p:sldId xmlns:r="http://schemas.openxmlformats.org/officeDocument/2006/relationships" id="390" r:id="Ra2044a1b717e4684"/>
    <p:sldId xmlns:r="http://schemas.openxmlformats.org/officeDocument/2006/relationships" id="391" r:id="Rb1fb56b0edc644df"/>
    <p:sldId xmlns:r="http://schemas.openxmlformats.org/officeDocument/2006/relationships" id="392" r:id="R05f0ad39b9d2441f"/>
    <p:sldId xmlns:r="http://schemas.openxmlformats.org/officeDocument/2006/relationships" id="393" r:id="Rab681eaff5204746"/>
    <p:sldId xmlns:r="http://schemas.openxmlformats.org/officeDocument/2006/relationships" id="394" r:id="R920d73704a52466d"/>
    <p:sldId xmlns:r="http://schemas.openxmlformats.org/officeDocument/2006/relationships" id="395" r:id="Rf06df392f3304927"/>
    <p:sldId xmlns:r="http://schemas.openxmlformats.org/officeDocument/2006/relationships" id="396" r:id="Rf85e2ee92c584fbc"/>
    <p:sldId xmlns:r="http://schemas.openxmlformats.org/officeDocument/2006/relationships" id="397" r:id="R5678c81fdac3450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78295d11d49f3" /><Relationship Type="http://schemas.openxmlformats.org/officeDocument/2006/relationships/theme" Target="/ppt/theme/theme1.xml" Id="R04f8da6c0aa14864" /><Relationship Type="http://schemas.openxmlformats.org/officeDocument/2006/relationships/notesMaster" Target="/ppt/notesMasters/notesMaster1.xml" Id="R1cf98258fbb242a2" /><Relationship Type="http://schemas.openxmlformats.org/officeDocument/2006/relationships/presProps" Target="/ppt/presProps.xml" Id="R278955af0e2f412e" /><Relationship Type="http://schemas.openxmlformats.org/officeDocument/2006/relationships/viewProps" Target="/ppt/viewProps.xml" Id="Ra61cd434a5644d4d" /><Relationship Type="http://schemas.openxmlformats.org/officeDocument/2006/relationships/tableStyles" Target="/ppt/tableStyles.xml" Id="R620cd97ab9444de0" /><Relationship Type="http://schemas.openxmlformats.org/officeDocument/2006/relationships/slide" Target="/ppt/slides/slide1.xml" Id="R166f4e7b22984d05" /><Relationship Type="http://schemas.openxmlformats.org/officeDocument/2006/relationships/slide" Target="/ppt/slides/slide2.xml" Id="R3d27fbe9c8264211" /><Relationship Type="http://schemas.openxmlformats.org/officeDocument/2006/relationships/slide" Target="/ppt/slides/slide3.xml" Id="R23ea4ae8490d4b8b" /><Relationship Type="http://schemas.openxmlformats.org/officeDocument/2006/relationships/slide" Target="/ppt/slides/slide4.xml" Id="R9afef48039f14f28" /><Relationship Type="http://schemas.openxmlformats.org/officeDocument/2006/relationships/slide" Target="/ppt/slides/slide5.xml" Id="R716a2e536328469c" /><Relationship Type="http://schemas.openxmlformats.org/officeDocument/2006/relationships/slide" Target="/ppt/slides/slide6.xml" Id="R2e64509c023148d6" /><Relationship Type="http://schemas.openxmlformats.org/officeDocument/2006/relationships/slide" Target="/ppt/slides/slide7.xml" Id="R64912221123d4a8f" /><Relationship Type="http://schemas.openxmlformats.org/officeDocument/2006/relationships/slide" Target="/ppt/slides/slide8.xml" Id="Rea485efe69bc4b58" /><Relationship Type="http://schemas.openxmlformats.org/officeDocument/2006/relationships/slide" Target="/ppt/slides/slide9.xml" Id="R97652a2c175545cc" /><Relationship Type="http://schemas.openxmlformats.org/officeDocument/2006/relationships/slide" Target="/ppt/slides/slide10.xml" Id="R2215f40f92634f3e" /><Relationship Type="http://schemas.openxmlformats.org/officeDocument/2006/relationships/slide" Target="/ppt/slides/slide11.xml" Id="Rdc4e77c1e83a44b6" /><Relationship Type="http://schemas.openxmlformats.org/officeDocument/2006/relationships/slide" Target="/ppt/slides/slide12.xml" Id="Rc3633584c24f41e0" /><Relationship Type="http://schemas.openxmlformats.org/officeDocument/2006/relationships/slide" Target="/ppt/slides/slide13.xml" Id="R9b34c86a226941b2" /><Relationship Type="http://schemas.openxmlformats.org/officeDocument/2006/relationships/slide" Target="/ppt/slides/slide14.xml" Id="Rbfb3c0b9512f44d0" /><Relationship Type="http://schemas.openxmlformats.org/officeDocument/2006/relationships/slide" Target="/ppt/slides/slide15.xml" Id="Rda1d416d29ed4e1a" /><Relationship Type="http://schemas.openxmlformats.org/officeDocument/2006/relationships/slide" Target="/ppt/slides/slide16.xml" Id="R7c1e19e879b04d42" /><Relationship Type="http://schemas.openxmlformats.org/officeDocument/2006/relationships/slide" Target="/ppt/slides/slide17.xml" Id="R771acc1bbdcb42c4" /><Relationship Type="http://schemas.openxmlformats.org/officeDocument/2006/relationships/slide" Target="/ppt/slides/slide18.xml" Id="R755f713209904e1e" /><Relationship Type="http://schemas.openxmlformats.org/officeDocument/2006/relationships/slide" Target="/ppt/slides/slide19.xml" Id="Rdf6daa69a9254aaa" /><Relationship Type="http://schemas.openxmlformats.org/officeDocument/2006/relationships/slide" Target="/ppt/slides/slide20.xml" Id="R351f5b6f3c884ee2" /><Relationship Type="http://schemas.openxmlformats.org/officeDocument/2006/relationships/slide" Target="/ppt/slides/slide21.xml" Id="R469eceda92f24f72" /><Relationship Type="http://schemas.openxmlformats.org/officeDocument/2006/relationships/slide" Target="/ppt/slides/slide22.xml" Id="R598e1e11a7524ace" /><Relationship Type="http://schemas.openxmlformats.org/officeDocument/2006/relationships/slide" Target="/ppt/slides/slide23.xml" Id="R6ec9df343ec743b3" /><Relationship Type="http://schemas.openxmlformats.org/officeDocument/2006/relationships/slide" Target="/ppt/slides/slide24.xml" Id="R76954152f31a432b" /><Relationship Type="http://schemas.openxmlformats.org/officeDocument/2006/relationships/slide" Target="/ppt/slides/slide25.xml" Id="R9d8e3972d5da4f82" /><Relationship Type="http://schemas.openxmlformats.org/officeDocument/2006/relationships/slide" Target="/ppt/slides/slide26.xml" Id="Ra55e1feb40de47fb" /><Relationship Type="http://schemas.openxmlformats.org/officeDocument/2006/relationships/slide" Target="/ppt/slides/slide27.xml" Id="R49963d52bd514540" /><Relationship Type="http://schemas.openxmlformats.org/officeDocument/2006/relationships/slide" Target="/ppt/slides/slide28.xml" Id="R6c96eca23c7e401e" /><Relationship Type="http://schemas.openxmlformats.org/officeDocument/2006/relationships/slide" Target="/ppt/slides/slide29.xml" Id="Ra7879c88f28747c3" /><Relationship Type="http://schemas.openxmlformats.org/officeDocument/2006/relationships/slide" Target="/ppt/slides/slide30.xml" Id="Rb8d345309f1c4f70" /><Relationship Type="http://schemas.openxmlformats.org/officeDocument/2006/relationships/slide" Target="/ppt/slides/slide31.xml" Id="Rfc985992aab445c5" /><Relationship Type="http://schemas.openxmlformats.org/officeDocument/2006/relationships/slide" Target="/ppt/slides/slide32.xml" Id="R2ee3525bcaf2430d" /><Relationship Type="http://schemas.openxmlformats.org/officeDocument/2006/relationships/slide" Target="/ppt/slides/slide33.xml" Id="R967c906b949241d7" /><Relationship Type="http://schemas.openxmlformats.org/officeDocument/2006/relationships/slide" Target="/ppt/slides/slide34.xml" Id="Rc47fbf5cd8744fc9" /><Relationship Type="http://schemas.openxmlformats.org/officeDocument/2006/relationships/slide" Target="/ppt/slides/slide35.xml" Id="R5050403ae6064aae" /><Relationship Type="http://schemas.openxmlformats.org/officeDocument/2006/relationships/slide" Target="/ppt/slides/slide36.xml" Id="Rf1903e5cb7f34c17" /><Relationship Type="http://schemas.openxmlformats.org/officeDocument/2006/relationships/slide" Target="/ppt/slides/slide37.xml" Id="R570d5128e81d4cd5" /><Relationship Type="http://schemas.openxmlformats.org/officeDocument/2006/relationships/slide" Target="/ppt/slides/slide38.xml" Id="Rdbade9c0b8474cec" /><Relationship Type="http://schemas.openxmlformats.org/officeDocument/2006/relationships/slide" Target="/ppt/slides/slide39.xml" Id="R7f363db8b1c94efe" /><Relationship Type="http://schemas.openxmlformats.org/officeDocument/2006/relationships/slide" Target="/ppt/slides/slide40.xml" Id="R9fb66055fa0d4d28" /><Relationship Type="http://schemas.openxmlformats.org/officeDocument/2006/relationships/slide" Target="/ppt/slides/slide41.xml" Id="R80062f74127e4b08" /><Relationship Type="http://schemas.openxmlformats.org/officeDocument/2006/relationships/slide" Target="/ppt/slides/slide42.xml" Id="Rd60f988f1ffd4de8" /><Relationship Type="http://schemas.openxmlformats.org/officeDocument/2006/relationships/slide" Target="/ppt/slides/slide43.xml" Id="Rf179108c7bca47c2" /><Relationship Type="http://schemas.openxmlformats.org/officeDocument/2006/relationships/slide" Target="/ppt/slides/slide44.xml" Id="R1d3fffd49c7b4f83" /><Relationship Type="http://schemas.openxmlformats.org/officeDocument/2006/relationships/slide" Target="/ppt/slides/slide45.xml" Id="Rce4a50f7cb48414f" /><Relationship Type="http://schemas.openxmlformats.org/officeDocument/2006/relationships/slide" Target="/ppt/slides/slide46.xml" Id="R31323b7f39164d38" /><Relationship Type="http://schemas.openxmlformats.org/officeDocument/2006/relationships/slide" Target="/ppt/slides/slide47.xml" Id="Re1156c46f270482f" /><Relationship Type="http://schemas.openxmlformats.org/officeDocument/2006/relationships/slide" Target="/ppt/slides/slide48.xml" Id="R93f1758df9304909" /><Relationship Type="http://schemas.openxmlformats.org/officeDocument/2006/relationships/slide" Target="/ppt/slides/slide49.xml" Id="R7c98142d86ae4083" /><Relationship Type="http://schemas.openxmlformats.org/officeDocument/2006/relationships/slide" Target="/ppt/slides/slide50.xml" Id="R6375c6fa41e44339" /><Relationship Type="http://schemas.openxmlformats.org/officeDocument/2006/relationships/slide" Target="/ppt/slides/slide51.xml" Id="Rd9c8c88959fb45e2" /><Relationship Type="http://schemas.openxmlformats.org/officeDocument/2006/relationships/slide" Target="/ppt/slides/slide52.xml" Id="Ra60997f7f8b24770" /><Relationship Type="http://schemas.openxmlformats.org/officeDocument/2006/relationships/slide" Target="/ppt/slides/slide53.xml" Id="Rcea8fd0fff6e4649" /><Relationship Type="http://schemas.openxmlformats.org/officeDocument/2006/relationships/slide" Target="/ppt/slides/slide54.xml" Id="Re5714750499d4958" /><Relationship Type="http://schemas.openxmlformats.org/officeDocument/2006/relationships/slide" Target="/ppt/slides/slide55.xml" Id="R2b0f13d014e94bdc" /><Relationship Type="http://schemas.openxmlformats.org/officeDocument/2006/relationships/slide" Target="/ppt/slides/slide56.xml" Id="R47e7ceb26d1a4f20" /><Relationship Type="http://schemas.openxmlformats.org/officeDocument/2006/relationships/slide" Target="/ppt/slides/slide57.xml" Id="R44d050e1cc694ca7" /><Relationship Type="http://schemas.openxmlformats.org/officeDocument/2006/relationships/slide" Target="/ppt/slides/slide58.xml" Id="R5403610c4b354290" /><Relationship Type="http://schemas.openxmlformats.org/officeDocument/2006/relationships/slide" Target="/ppt/slides/slide59.xml" Id="R0eed4ebfbd434df7" /><Relationship Type="http://schemas.openxmlformats.org/officeDocument/2006/relationships/slide" Target="/ppt/slides/slide60.xml" Id="Reecb4727018042cc" /><Relationship Type="http://schemas.openxmlformats.org/officeDocument/2006/relationships/slide" Target="/ppt/slides/slide61.xml" Id="R41d99e521d34467d" /><Relationship Type="http://schemas.openxmlformats.org/officeDocument/2006/relationships/slide" Target="/ppt/slides/slide62.xml" Id="Rc5b4e399cdd449cd" /><Relationship Type="http://schemas.openxmlformats.org/officeDocument/2006/relationships/slide" Target="/ppt/slides/slide63.xml" Id="R2b475dd283f54e28" /><Relationship Type="http://schemas.openxmlformats.org/officeDocument/2006/relationships/slide" Target="/ppt/slides/slide64.xml" Id="R22e7583af2134261" /><Relationship Type="http://schemas.openxmlformats.org/officeDocument/2006/relationships/slide" Target="/ppt/slides/slide65.xml" Id="Rfa0b32298d484b53" /><Relationship Type="http://schemas.openxmlformats.org/officeDocument/2006/relationships/slide" Target="/ppt/slides/slide66.xml" Id="R963e39a8a63f4167" /><Relationship Type="http://schemas.openxmlformats.org/officeDocument/2006/relationships/slide" Target="/ppt/slides/slide67.xml" Id="R503a71b3ddf447d0" /><Relationship Type="http://schemas.openxmlformats.org/officeDocument/2006/relationships/slide" Target="/ppt/slides/slide68.xml" Id="Rbc05ff3f84314971" /><Relationship Type="http://schemas.openxmlformats.org/officeDocument/2006/relationships/slide" Target="/ppt/slides/slide69.xml" Id="R3cdbffab2db94b6c" /><Relationship Type="http://schemas.openxmlformats.org/officeDocument/2006/relationships/slide" Target="/ppt/slides/slide70.xml" Id="R805572c79f124787" /><Relationship Type="http://schemas.openxmlformats.org/officeDocument/2006/relationships/slide" Target="/ppt/slides/slide71.xml" Id="Rd3bf608b2d164fd6" /><Relationship Type="http://schemas.openxmlformats.org/officeDocument/2006/relationships/slide" Target="/ppt/slides/slide72.xml" Id="Reb7d49e73b344d42" /><Relationship Type="http://schemas.openxmlformats.org/officeDocument/2006/relationships/slide" Target="/ppt/slides/slide73.xml" Id="R0302d1bc394c44e3" /><Relationship Type="http://schemas.openxmlformats.org/officeDocument/2006/relationships/slide" Target="/ppt/slides/slide74.xml" Id="R91df0e5451154715" /><Relationship Type="http://schemas.openxmlformats.org/officeDocument/2006/relationships/slide" Target="/ppt/slides/slide75.xml" Id="R9161ae2650c84986" /><Relationship Type="http://schemas.openxmlformats.org/officeDocument/2006/relationships/slide" Target="/ppt/slides/slide76.xml" Id="Rb0cdaa34891c46ab" /><Relationship Type="http://schemas.openxmlformats.org/officeDocument/2006/relationships/slide" Target="/ppt/slides/slide77.xml" Id="R33c8792bd6e6414c" /><Relationship Type="http://schemas.openxmlformats.org/officeDocument/2006/relationships/slide" Target="/ppt/slides/slide78.xml" Id="R961ddd67dfa74f9c" /><Relationship Type="http://schemas.openxmlformats.org/officeDocument/2006/relationships/slide" Target="/ppt/slides/slide79.xml" Id="R68e8af6490d14878" /><Relationship Type="http://schemas.openxmlformats.org/officeDocument/2006/relationships/slide" Target="/ppt/slides/slide80.xml" Id="R6a7305da88cf406c" /><Relationship Type="http://schemas.openxmlformats.org/officeDocument/2006/relationships/slide" Target="/ppt/slides/slide81.xml" Id="R8f9fafcc9d6e42e8" /><Relationship Type="http://schemas.openxmlformats.org/officeDocument/2006/relationships/slide" Target="/ppt/slides/slide82.xml" Id="Rc7a7811851314ff9" /><Relationship Type="http://schemas.openxmlformats.org/officeDocument/2006/relationships/slide" Target="/ppt/slides/slide83.xml" Id="R1c1a1feaac034bac" /><Relationship Type="http://schemas.openxmlformats.org/officeDocument/2006/relationships/slide" Target="/ppt/slides/slide84.xml" Id="Rd96df899b5434670" /><Relationship Type="http://schemas.openxmlformats.org/officeDocument/2006/relationships/slide" Target="/ppt/slides/slide85.xml" Id="Rf5cbd167c7ae448f" /><Relationship Type="http://schemas.openxmlformats.org/officeDocument/2006/relationships/slide" Target="/ppt/slides/slide86.xml" Id="R533711526b864703" /><Relationship Type="http://schemas.openxmlformats.org/officeDocument/2006/relationships/slide" Target="/ppt/slides/slide87.xml" Id="Rdb1a30b3b90240ec" /><Relationship Type="http://schemas.openxmlformats.org/officeDocument/2006/relationships/slide" Target="/ppt/slides/slide88.xml" Id="R576544b872274b9d" /><Relationship Type="http://schemas.openxmlformats.org/officeDocument/2006/relationships/slide" Target="/ppt/slides/slide89.xml" Id="R087738decb534752" /><Relationship Type="http://schemas.openxmlformats.org/officeDocument/2006/relationships/slide" Target="/ppt/slides/slide90.xml" Id="R47079e5a497f4468" /><Relationship Type="http://schemas.openxmlformats.org/officeDocument/2006/relationships/slide" Target="/ppt/slides/slide91.xml" Id="R61690a5b53fd4497" /><Relationship Type="http://schemas.openxmlformats.org/officeDocument/2006/relationships/slide" Target="/ppt/slides/slide92.xml" Id="R26fa7d9ac29d48ff" /><Relationship Type="http://schemas.openxmlformats.org/officeDocument/2006/relationships/slide" Target="/ppt/slides/slide93.xml" Id="R4c6aba657c0b4d2d" /><Relationship Type="http://schemas.openxmlformats.org/officeDocument/2006/relationships/slide" Target="/ppt/slides/slide94.xml" Id="R7f452b4476124cc9" /><Relationship Type="http://schemas.openxmlformats.org/officeDocument/2006/relationships/slide" Target="/ppt/slides/slide95.xml" Id="Rb487dc56c7be47f3" /><Relationship Type="http://schemas.openxmlformats.org/officeDocument/2006/relationships/slide" Target="/ppt/slides/slide96.xml" Id="R0c3b8e5f91be4889" /><Relationship Type="http://schemas.openxmlformats.org/officeDocument/2006/relationships/slide" Target="/ppt/slides/slide97.xml" Id="R25031e3c44bd46eb" /><Relationship Type="http://schemas.openxmlformats.org/officeDocument/2006/relationships/slide" Target="/ppt/slides/slide98.xml" Id="Rd43e1a5eab4e45ba" /><Relationship Type="http://schemas.openxmlformats.org/officeDocument/2006/relationships/slide" Target="/ppt/slides/slide99.xml" Id="R47606543c2524b06" /><Relationship Type="http://schemas.openxmlformats.org/officeDocument/2006/relationships/slide" Target="/ppt/slides/slide100.xml" Id="R9d37bb358a024c5d" /><Relationship Type="http://schemas.openxmlformats.org/officeDocument/2006/relationships/slide" Target="/ppt/slides/slide101.xml" Id="Re08b7b1f2d324306" /><Relationship Type="http://schemas.openxmlformats.org/officeDocument/2006/relationships/slide" Target="/ppt/slides/slide102.xml" Id="R97964ea0775d4970" /><Relationship Type="http://schemas.openxmlformats.org/officeDocument/2006/relationships/slide" Target="/ppt/slides/slide103.xml" Id="R94a23dbd69ea48e4" /><Relationship Type="http://schemas.openxmlformats.org/officeDocument/2006/relationships/slide" Target="/ppt/slides/slide104.xml" Id="R5173b5a129f346d6" /><Relationship Type="http://schemas.openxmlformats.org/officeDocument/2006/relationships/slide" Target="/ppt/slides/slide105.xml" Id="R4eb38b65279348ab" /><Relationship Type="http://schemas.openxmlformats.org/officeDocument/2006/relationships/slide" Target="/ppt/slides/slide106.xml" Id="Ra36ca7030c884aa8" /><Relationship Type="http://schemas.openxmlformats.org/officeDocument/2006/relationships/slide" Target="/ppt/slides/slide107.xml" Id="R3c93fd7633124d77" /><Relationship Type="http://schemas.openxmlformats.org/officeDocument/2006/relationships/slide" Target="/ppt/slides/slide108.xml" Id="R37346931feeb4a0c" /><Relationship Type="http://schemas.openxmlformats.org/officeDocument/2006/relationships/slide" Target="/ppt/slides/slide109.xml" Id="Rf791a6e7221e41ac" /><Relationship Type="http://schemas.openxmlformats.org/officeDocument/2006/relationships/slide" Target="/ppt/slides/slide110.xml" Id="R32a0f3163f6d4be8" /><Relationship Type="http://schemas.openxmlformats.org/officeDocument/2006/relationships/slide" Target="/ppt/slides/slide111.xml" Id="R49dade0e29f5430e" /><Relationship Type="http://schemas.openxmlformats.org/officeDocument/2006/relationships/slide" Target="/ppt/slides/slide112.xml" Id="R9f44eef95a2a4076" /><Relationship Type="http://schemas.openxmlformats.org/officeDocument/2006/relationships/slide" Target="/ppt/slides/slide113.xml" Id="R550f8611aaac4136" /><Relationship Type="http://schemas.openxmlformats.org/officeDocument/2006/relationships/slide" Target="/ppt/slides/slide114.xml" Id="Rcb17d100a6ac4137" /><Relationship Type="http://schemas.openxmlformats.org/officeDocument/2006/relationships/slide" Target="/ppt/slides/slide115.xml" Id="R5cf62f8586094780" /><Relationship Type="http://schemas.openxmlformats.org/officeDocument/2006/relationships/slide" Target="/ppt/slides/slide116.xml" Id="R3525d253581c49fb" /><Relationship Type="http://schemas.openxmlformats.org/officeDocument/2006/relationships/slide" Target="/ppt/slides/slide117.xml" Id="R78d40cfc986b4834" /><Relationship Type="http://schemas.openxmlformats.org/officeDocument/2006/relationships/slide" Target="/ppt/slides/slide118.xml" Id="Rca161246504f45cc" /><Relationship Type="http://schemas.openxmlformats.org/officeDocument/2006/relationships/slide" Target="/ppt/slides/slide119.xml" Id="R249f06adbe5a47f9" /><Relationship Type="http://schemas.openxmlformats.org/officeDocument/2006/relationships/slide" Target="/ppt/slides/slide120.xml" Id="Rbd43a26462cb477c" /><Relationship Type="http://schemas.openxmlformats.org/officeDocument/2006/relationships/slide" Target="/ppt/slides/slide121.xml" Id="Re9f74f0b6e234262" /><Relationship Type="http://schemas.openxmlformats.org/officeDocument/2006/relationships/slide" Target="/ppt/slides/slide122.xml" Id="Rd27b27a7435a4c43" /><Relationship Type="http://schemas.openxmlformats.org/officeDocument/2006/relationships/slide" Target="/ppt/slides/slide123.xml" Id="R828476acd7a74f71" /><Relationship Type="http://schemas.openxmlformats.org/officeDocument/2006/relationships/slide" Target="/ppt/slides/slide124.xml" Id="R9c15f8cbd3854d6f" /><Relationship Type="http://schemas.openxmlformats.org/officeDocument/2006/relationships/slide" Target="/ppt/slides/slide125.xml" Id="Rfd3f1166a4314363" /><Relationship Type="http://schemas.openxmlformats.org/officeDocument/2006/relationships/slide" Target="/ppt/slides/slide126.xml" Id="R1eae68c2b4274c37" /><Relationship Type="http://schemas.openxmlformats.org/officeDocument/2006/relationships/slide" Target="/ppt/slides/slide127.xml" Id="Raa85c50f1554421c" /><Relationship Type="http://schemas.openxmlformats.org/officeDocument/2006/relationships/slide" Target="/ppt/slides/slide128.xml" Id="R29c68760e8344dd7" /><Relationship Type="http://schemas.openxmlformats.org/officeDocument/2006/relationships/slide" Target="/ppt/slides/slide129.xml" Id="Ra5c12c08135445f3" /><Relationship Type="http://schemas.openxmlformats.org/officeDocument/2006/relationships/slide" Target="/ppt/slides/slide130.xml" Id="R3dbdffa8048c490a" /><Relationship Type="http://schemas.openxmlformats.org/officeDocument/2006/relationships/slide" Target="/ppt/slides/slide131.xml" Id="Rb45827b296cb4f66" /><Relationship Type="http://schemas.openxmlformats.org/officeDocument/2006/relationships/slide" Target="/ppt/slides/slide132.xml" Id="R72ddac9cdb2a4563" /><Relationship Type="http://schemas.openxmlformats.org/officeDocument/2006/relationships/slide" Target="/ppt/slides/slide133.xml" Id="Rd33065c906854948" /><Relationship Type="http://schemas.openxmlformats.org/officeDocument/2006/relationships/slide" Target="/ppt/slides/slide134.xml" Id="R3a3fe882b1974df1" /><Relationship Type="http://schemas.openxmlformats.org/officeDocument/2006/relationships/slide" Target="/ppt/slides/slide135.xml" Id="Ra2044a1b717e4684" /><Relationship Type="http://schemas.openxmlformats.org/officeDocument/2006/relationships/slide" Target="/ppt/slides/slide136.xml" Id="Rb1fb56b0edc644df" /><Relationship Type="http://schemas.openxmlformats.org/officeDocument/2006/relationships/slide" Target="/ppt/slides/slide137.xml" Id="R05f0ad39b9d2441f" /><Relationship Type="http://schemas.openxmlformats.org/officeDocument/2006/relationships/slide" Target="/ppt/slides/slide138.xml" Id="Rab681eaff5204746" /><Relationship Type="http://schemas.openxmlformats.org/officeDocument/2006/relationships/slide" Target="/ppt/slides/slide139.xml" Id="R920d73704a52466d" /><Relationship Type="http://schemas.openxmlformats.org/officeDocument/2006/relationships/slide" Target="/ppt/slides/slide140.xml" Id="Rf06df392f3304927" /><Relationship Type="http://schemas.openxmlformats.org/officeDocument/2006/relationships/slide" Target="/ppt/slides/slide141.xml" Id="Rf85e2ee92c584fbc" /><Relationship Type="http://schemas.openxmlformats.org/officeDocument/2006/relationships/slide" Target="/ppt/slides/slide142.xml" Id="R5678c81fdac345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e0c70061a5547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b8e7a1c71b4874" /><Relationship Type="http://schemas.openxmlformats.org/officeDocument/2006/relationships/notesMaster" Target="/ppt/notesMasters/notesMaster1.xml" Id="R74997d032d3b44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99671f93bd4628" /><Relationship Type="http://schemas.openxmlformats.org/officeDocument/2006/relationships/notesMaster" Target="/ppt/notesMasters/notesMaster1.xml" Id="Rfc143f97392c42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f631dbb9054f50" /><Relationship Type="http://schemas.openxmlformats.org/officeDocument/2006/relationships/notesMaster" Target="/ppt/notesMasters/notesMaster1.xml" Id="Rcbaa425fcb694f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e6e4d2b6cc4c0f" /><Relationship Type="http://schemas.openxmlformats.org/officeDocument/2006/relationships/notesMaster" Target="/ppt/notesMasters/notesMaster1.xml" Id="Rae5f6885ff5240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1ed530c043452e" /><Relationship Type="http://schemas.openxmlformats.org/officeDocument/2006/relationships/notesMaster" Target="/ppt/notesMasters/notesMaster1.xml" Id="Ra11a31cbabfa4e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2e59ce37c84365" /><Relationship Type="http://schemas.openxmlformats.org/officeDocument/2006/relationships/notesMaster" Target="/ppt/notesMasters/notesMaster1.xml" Id="R2ce8d0c8137144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41f65966694578" /><Relationship Type="http://schemas.openxmlformats.org/officeDocument/2006/relationships/notesMaster" Target="/ppt/notesMasters/notesMaster1.xml" Id="R2b28bc77a2994a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ce05eaddff4f73" /><Relationship Type="http://schemas.openxmlformats.org/officeDocument/2006/relationships/notesMaster" Target="/ppt/notesMasters/notesMaster1.xml" Id="R8408399ee6cc4c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33fdda9b5c4bbd" /><Relationship Type="http://schemas.openxmlformats.org/officeDocument/2006/relationships/notesMaster" Target="/ppt/notesMasters/notesMaster1.xml" Id="R50c47c3ccc1949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576a5a06fe4e0f" /><Relationship Type="http://schemas.openxmlformats.org/officeDocument/2006/relationships/notesMaster" Target="/ppt/notesMasters/notesMaster1.xml" Id="R54ac55903ed847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9e6ed8d4cf43b5" /><Relationship Type="http://schemas.openxmlformats.org/officeDocument/2006/relationships/notesMaster" Target="/ppt/notesMasters/notesMaster1.xml" Id="Rcb47be23122040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344eea666e47b2" /><Relationship Type="http://schemas.openxmlformats.org/officeDocument/2006/relationships/notesMaster" Target="/ppt/notesMasters/notesMaster1.xml" Id="R00f63357e65e40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dc1af5d4ea4b8e" /><Relationship Type="http://schemas.openxmlformats.org/officeDocument/2006/relationships/notesMaster" Target="/ppt/notesMasters/notesMaster1.xml" Id="R1b322e2f032e43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76da1a85fc4cd4" /><Relationship Type="http://schemas.openxmlformats.org/officeDocument/2006/relationships/notesMaster" Target="/ppt/notesMasters/notesMaster1.xml" Id="R771cb8a3258343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8d93344a9c405c" /><Relationship Type="http://schemas.openxmlformats.org/officeDocument/2006/relationships/notesMaster" Target="/ppt/notesMasters/notesMaster1.xml" Id="Ra9e7c61b79e94d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2a5ab86d364d82" /><Relationship Type="http://schemas.openxmlformats.org/officeDocument/2006/relationships/notesMaster" Target="/ppt/notesMasters/notesMaster1.xml" Id="R1feee666ac4942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6796be22f84785" /><Relationship Type="http://schemas.openxmlformats.org/officeDocument/2006/relationships/notesMaster" Target="/ppt/notesMasters/notesMaster1.xml" Id="R77474b4a8fdb4c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3ffcc842ee469a" /><Relationship Type="http://schemas.openxmlformats.org/officeDocument/2006/relationships/notesMaster" Target="/ppt/notesMasters/notesMaster1.xml" Id="Raf51b387836642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2c6e76546b4e19" /><Relationship Type="http://schemas.openxmlformats.org/officeDocument/2006/relationships/notesMaster" Target="/ppt/notesMasters/notesMaster1.xml" Id="Re4a3b246273047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11d7cf9df045aa" /><Relationship Type="http://schemas.openxmlformats.org/officeDocument/2006/relationships/notesMaster" Target="/ppt/notesMasters/notesMaster1.xml" Id="R278d4112d2ff4c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b472ff1a8c4782" /><Relationship Type="http://schemas.openxmlformats.org/officeDocument/2006/relationships/notesMaster" Target="/ppt/notesMasters/notesMaster1.xml" Id="R9b6f66ed17ae4f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eb40a4625934834" /><Relationship Type="http://schemas.openxmlformats.org/officeDocument/2006/relationships/notesMaster" Target="/ppt/notesMasters/notesMaster1.xml" Id="Rcc8d9f09bd724ac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c1f05a527445c6" /><Relationship Type="http://schemas.openxmlformats.org/officeDocument/2006/relationships/notesMaster" Target="/ppt/notesMasters/notesMaster1.xml" Id="Rbb36a46a01f144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8aec7ef545445e9" /><Relationship Type="http://schemas.openxmlformats.org/officeDocument/2006/relationships/notesMaster" Target="/ppt/notesMasters/notesMaster1.xml" Id="R12ac18764b52411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a7047fae0d74983" /><Relationship Type="http://schemas.openxmlformats.org/officeDocument/2006/relationships/notesMaster" Target="/ppt/notesMasters/notesMaster1.xml" Id="R48ce5ecef37b4be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36cfda396be476c" /><Relationship Type="http://schemas.openxmlformats.org/officeDocument/2006/relationships/notesMaster" Target="/ppt/notesMasters/notesMaster1.xml" Id="R946269c27446494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e9c382368bf4768" /><Relationship Type="http://schemas.openxmlformats.org/officeDocument/2006/relationships/notesMaster" Target="/ppt/notesMasters/notesMaster1.xml" Id="R409f3f873e3a42e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e76a6f0a4de4ffb" /><Relationship Type="http://schemas.openxmlformats.org/officeDocument/2006/relationships/notesMaster" Target="/ppt/notesMasters/notesMaster1.xml" Id="R14c226939e9845d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bcafdaad7c84e4a" /><Relationship Type="http://schemas.openxmlformats.org/officeDocument/2006/relationships/notesMaster" Target="/ppt/notesMasters/notesMaster1.xml" Id="Rc0f78fd3259d432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a29c636ab3e40e3" /><Relationship Type="http://schemas.openxmlformats.org/officeDocument/2006/relationships/notesMaster" Target="/ppt/notesMasters/notesMaster1.xml" Id="R53d8fc30052245e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912b5eb4bcf421c" /><Relationship Type="http://schemas.openxmlformats.org/officeDocument/2006/relationships/notesMaster" Target="/ppt/notesMasters/notesMaster1.xml" Id="R1dffff8bdfb041c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8c7bf14f3b1499a" /><Relationship Type="http://schemas.openxmlformats.org/officeDocument/2006/relationships/notesMaster" Target="/ppt/notesMasters/notesMaster1.xml" Id="R5ffba8f9e1b54b3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258e3babaf446f8" /><Relationship Type="http://schemas.openxmlformats.org/officeDocument/2006/relationships/notesMaster" Target="/ppt/notesMasters/notesMaster1.xml" Id="Ra2895172be934d8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a0c56b9962c40a9" /><Relationship Type="http://schemas.openxmlformats.org/officeDocument/2006/relationships/notesMaster" Target="/ppt/notesMasters/notesMaster1.xml" Id="R336a596d23e643f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845841e07954bcf" /><Relationship Type="http://schemas.openxmlformats.org/officeDocument/2006/relationships/notesMaster" Target="/ppt/notesMasters/notesMaster1.xml" Id="R0a4343d16b8144e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175da6f956a42cf" /><Relationship Type="http://schemas.openxmlformats.org/officeDocument/2006/relationships/notesMaster" Target="/ppt/notesMasters/notesMaster1.xml" Id="Rabd887bdab4c4b9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6a8c15b780b4ee1" /><Relationship Type="http://schemas.openxmlformats.org/officeDocument/2006/relationships/notesMaster" Target="/ppt/notesMasters/notesMaster1.xml" Id="R4a157505bc35423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ddae26329ea4c7f" /><Relationship Type="http://schemas.openxmlformats.org/officeDocument/2006/relationships/notesMaster" Target="/ppt/notesMasters/notesMaster1.xml" Id="Rf2526333497d48e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ff419cbffa54397" /><Relationship Type="http://schemas.openxmlformats.org/officeDocument/2006/relationships/notesMaster" Target="/ppt/notesMasters/notesMaster1.xml" Id="Rb590f45946c3486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8d71edabdd6447b" /><Relationship Type="http://schemas.openxmlformats.org/officeDocument/2006/relationships/notesMaster" Target="/ppt/notesMasters/notesMaster1.xml" Id="R7db638add51d4af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b67847bf3554be4" /><Relationship Type="http://schemas.openxmlformats.org/officeDocument/2006/relationships/notesMaster" Target="/ppt/notesMasters/notesMaster1.xml" Id="R95f6b5af1a4c449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3ea6a75f36e491e" /><Relationship Type="http://schemas.openxmlformats.org/officeDocument/2006/relationships/notesMaster" Target="/ppt/notesMasters/notesMaster1.xml" Id="R9a7abef3bac542a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33e2bfbdc854057" /><Relationship Type="http://schemas.openxmlformats.org/officeDocument/2006/relationships/notesMaster" Target="/ppt/notesMasters/notesMaster1.xml" Id="R8ce2eb0598a24c1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af7d6e720024e94" /><Relationship Type="http://schemas.openxmlformats.org/officeDocument/2006/relationships/notesMaster" Target="/ppt/notesMasters/notesMaster1.xml" Id="R6a3f4a46a4f2465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482ff6872924080" /><Relationship Type="http://schemas.openxmlformats.org/officeDocument/2006/relationships/notesMaster" Target="/ppt/notesMasters/notesMaster1.xml" Id="R968aa32f223d4dd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66c6cdf055f4f70" /><Relationship Type="http://schemas.openxmlformats.org/officeDocument/2006/relationships/notesMaster" Target="/ppt/notesMasters/notesMaster1.xml" Id="R33afc22c1dfd498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02f7aad01e747ed" /><Relationship Type="http://schemas.openxmlformats.org/officeDocument/2006/relationships/notesMaster" Target="/ppt/notesMasters/notesMaster1.xml" Id="R204137a6cc5b46d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f299de7c7d74c58" /><Relationship Type="http://schemas.openxmlformats.org/officeDocument/2006/relationships/notesMaster" Target="/ppt/notesMasters/notesMaster1.xml" Id="Rb0809d57edd34fe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dbed46c8c884c02" /><Relationship Type="http://schemas.openxmlformats.org/officeDocument/2006/relationships/notesMaster" Target="/ppt/notesMasters/notesMaster1.xml" Id="Ra76ea16f7d1c491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5cedca63ff845dc" /><Relationship Type="http://schemas.openxmlformats.org/officeDocument/2006/relationships/notesMaster" Target="/ppt/notesMasters/notesMaster1.xml" Id="R748ef2d5b98e42b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8e7f95d7d384672" /><Relationship Type="http://schemas.openxmlformats.org/officeDocument/2006/relationships/notesMaster" Target="/ppt/notesMasters/notesMaster1.xml" Id="Rf01465b64ade487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3bd0a2efd784eb2" /><Relationship Type="http://schemas.openxmlformats.org/officeDocument/2006/relationships/notesMaster" Target="/ppt/notesMasters/notesMaster1.xml" Id="R39187aaba707411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368116ae8fb4659" /><Relationship Type="http://schemas.openxmlformats.org/officeDocument/2006/relationships/notesMaster" Target="/ppt/notesMasters/notesMaster1.xml" Id="R26be314eddcb4f0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476d076421642e4" /><Relationship Type="http://schemas.openxmlformats.org/officeDocument/2006/relationships/notesMaster" Target="/ppt/notesMasters/notesMaster1.xml" Id="Rfe96f548f60240e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ca134229dc54a3b" /><Relationship Type="http://schemas.openxmlformats.org/officeDocument/2006/relationships/notesMaster" Target="/ppt/notesMasters/notesMaster1.xml" Id="R82227fe9a866453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35ca1db4cf64fca" /><Relationship Type="http://schemas.openxmlformats.org/officeDocument/2006/relationships/notesMaster" Target="/ppt/notesMasters/notesMaster1.xml" Id="R37f5a70e3e614cc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fc650fb643f4693" /><Relationship Type="http://schemas.openxmlformats.org/officeDocument/2006/relationships/notesMaster" Target="/ppt/notesMasters/notesMaster1.xml" Id="R795198b84faf434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2b8e4f0c1594d2a" /><Relationship Type="http://schemas.openxmlformats.org/officeDocument/2006/relationships/notesMaster" Target="/ppt/notesMasters/notesMaster1.xml" Id="R166e4cfedbbc4a4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cd854b890704f64" /><Relationship Type="http://schemas.openxmlformats.org/officeDocument/2006/relationships/notesMaster" Target="/ppt/notesMasters/notesMaster1.xml" Id="Rf7114e17ef214a4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c84e15daffa4d70" /><Relationship Type="http://schemas.openxmlformats.org/officeDocument/2006/relationships/notesMaster" Target="/ppt/notesMasters/notesMaster1.xml" Id="Rf326fd236c284ea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94bec1c7dab499b" /><Relationship Type="http://schemas.openxmlformats.org/officeDocument/2006/relationships/notesMaster" Target="/ppt/notesMasters/notesMaster1.xml" Id="Rfa9ac02162c24e4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aa638af8e9648f3" /><Relationship Type="http://schemas.openxmlformats.org/officeDocument/2006/relationships/notesMaster" Target="/ppt/notesMasters/notesMaster1.xml" Id="R76425af52fa545c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16d729ba9674bcd" /><Relationship Type="http://schemas.openxmlformats.org/officeDocument/2006/relationships/notesMaster" Target="/ppt/notesMasters/notesMaster1.xml" Id="R2cbb8dc86fd64a6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12a1c5194bd4cf3" /><Relationship Type="http://schemas.openxmlformats.org/officeDocument/2006/relationships/notesMaster" Target="/ppt/notesMasters/notesMaster1.xml" Id="R2ac167a5556546f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66031fb3a5e34dc0" /><Relationship Type="http://schemas.openxmlformats.org/officeDocument/2006/relationships/notesMaster" Target="/ppt/notesMasters/notesMaster1.xml" Id="R0cb952121fba4358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0ac3868aab946d7" /><Relationship Type="http://schemas.openxmlformats.org/officeDocument/2006/relationships/notesMaster" Target="/ppt/notesMasters/notesMaster1.xml" Id="Rc04674afa4374159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02bc0751b00c4768" /><Relationship Type="http://schemas.openxmlformats.org/officeDocument/2006/relationships/notesMaster" Target="/ppt/notesMasters/notesMaster1.xml" Id="Rd2db11b56cd44e2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7f3d7797f1664695" /><Relationship Type="http://schemas.openxmlformats.org/officeDocument/2006/relationships/notesMaster" Target="/ppt/notesMasters/notesMaster1.xml" Id="R05e875cb9f6c4b4f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6d04a4613f4e4b84" /><Relationship Type="http://schemas.openxmlformats.org/officeDocument/2006/relationships/notesMaster" Target="/ppt/notesMasters/notesMaster1.xml" Id="R58cfca49c2b64170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507bfb9cbeec4a5a" /><Relationship Type="http://schemas.openxmlformats.org/officeDocument/2006/relationships/notesMaster" Target="/ppt/notesMasters/notesMaster1.xml" Id="R3c0865abfba04576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9f7eafe16fb84b6d" /><Relationship Type="http://schemas.openxmlformats.org/officeDocument/2006/relationships/notesMaster" Target="/ppt/notesMasters/notesMaster1.xml" Id="Ree3bf2ece13c498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a942e95e24904810" /><Relationship Type="http://schemas.openxmlformats.org/officeDocument/2006/relationships/notesMaster" Target="/ppt/notesMasters/notesMaster1.xml" Id="R04b746a0ec9744ee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ad6c6f062d6e4fe3" /><Relationship Type="http://schemas.openxmlformats.org/officeDocument/2006/relationships/notesMaster" Target="/ppt/notesMasters/notesMaster1.xml" Id="R50279f69872a437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988ba80684e47f4" /><Relationship Type="http://schemas.openxmlformats.org/officeDocument/2006/relationships/notesMaster" Target="/ppt/notesMasters/notesMaster1.xml" Id="R91d2dbf7f7984ce0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8c2e11b70a394d64" /><Relationship Type="http://schemas.openxmlformats.org/officeDocument/2006/relationships/notesMaster" Target="/ppt/notesMasters/notesMaster1.xml" Id="R9b88d5dd1fc14374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b019947135841e6" /><Relationship Type="http://schemas.openxmlformats.org/officeDocument/2006/relationships/notesMaster" Target="/ppt/notesMasters/notesMaster1.xml" Id="Re89f7a1a3ea64366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7fa9ec1b497f43f9" /><Relationship Type="http://schemas.openxmlformats.org/officeDocument/2006/relationships/notesMaster" Target="/ppt/notesMasters/notesMaster1.xml" Id="R0b974f3a36d242cd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ec8daaeee11e4819" /><Relationship Type="http://schemas.openxmlformats.org/officeDocument/2006/relationships/notesMaster" Target="/ppt/notesMasters/notesMaster1.xml" Id="R5ee58e24f2af4105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7db7eaedd39f451f" /><Relationship Type="http://schemas.openxmlformats.org/officeDocument/2006/relationships/notesMaster" Target="/ppt/notesMasters/notesMaster1.xml" Id="Rd16015a23b054f91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1e335a84b7b4ea9" /><Relationship Type="http://schemas.openxmlformats.org/officeDocument/2006/relationships/notesMaster" Target="/ppt/notesMasters/notesMaster1.xml" Id="Rfc4d3653d9ba40fa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b36d237baa164cb0" /><Relationship Type="http://schemas.openxmlformats.org/officeDocument/2006/relationships/notesMaster" Target="/ppt/notesMasters/notesMaster1.xml" Id="Rbda587dc0a9545a9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2ad5031f84f74087" /><Relationship Type="http://schemas.openxmlformats.org/officeDocument/2006/relationships/notesMaster" Target="/ppt/notesMasters/notesMaster1.xml" Id="R15969d36fabd4b6d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aaa51f288eb546f9" /><Relationship Type="http://schemas.openxmlformats.org/officeDocument/2006/relationships/notesMaster" Target="/ppt/notesMasters/notesMaster1.xml" Id="R31cb951e9d4a401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95b9fc829b5244d5" /><Relationship Type="http://schemas.openxmlformats.org/officeDocument/2006/relationships/notesMaster" Target="/ppt/notesMasters/notesMaster1.xml" Id="Rdb07c5a834f149e9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1e94247d60c84c19" /><Relationship Type="http://schemas.openxmlformats.org/officeDocument/2006/relationships/notesMaster" Target="/ppt/notesMasters/notesMaster1.xml" Id="Rf2e60d6c167f4202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27820bf506e423f" /><Relationship Type="http://schemas.openxmlformats.org/officeDocument/2006/relationships/notesMaster" Target="/ppt/notesMasters/notesMaster1.xml" Id="R6699b3c272344ed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d228ec3bdfa34d83" /><Relationship Type="http://schemas.openxmlformats.org/officeDocument/2006/relationships/notesMaster" Target="/ppt/notesMasters/notesMaster1.xml" Id="R740c1f78a5cf4a0d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ffd928db33e14603" /><Relationship Type="http://schemas.openxmlformats.org/officeDocument/2006/relationships/notesMaster" Target="/ppt/notesMasters/notesMaster1.xml" Id="R16a3f6f1d8b849c6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660c028f290f48b8" /><Relationship Type="http://schemas.openxmlformats.org/officeDocument/2006/relationships/notesMaster" Target="/ppt/notesMasters/notesMaster1.xml" Id="R0a11204e76f24f32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5e7429f589b94de9" /><Relationship Type="http://schemas.openxmlformats.org/officeDocument/2006/relationships/notesMaster" Target="/ppt/notesMasters/notesMaster1.xml" Id="R9220c454f46440c2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1745ac95f9054089" /><Relationship Type="http://schemas.openxmlformats.org/officeDocument/2006/relationships/notesMaster" Target="/ppt/notesMasters/notesMaster1.xml" Id="R27853cce65a04852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ddc63b9684eb47b9" /><Relationship Type="http://schemas.openxmlformats.org/officeDocument/2006/relationships/notesMaster" Target="/ppt/notesMasters/notesMaster1.xml" Id="R0d8da55d6559418f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40efe08964634bf1" /><Relationship Type="http://schemas.openxmlformats.org/officeDocument/2006/relationships/notesMaster" Target="/ppt/notesMasters/notesMaster1.xml" Id="Rb430f07a6b7745f9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1594168adc3645ec" /><Relationship Type="http://schemas.openxmlformats.org/officeDocument/2006/relationships/notesMaster" Target="/ppt/notesMasters/notesMaster1.xml" Id="Ra57421eab16a4d5a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c9a1dd99ddb64fd5" /><Relationship Type="http://schemas.openxmlformats.org/officeDocument/2006/relationships/notesMaster" Target="/ppt/notesMasters/notesMaster1.xml" Id="R34551c457cf942d2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69dfa98015174519" /><Relationship Type="http://schemas.openxmlformats.org/officeDocument/2006/relationships/notesMaster" Target="/ppt/notesMasters/notesMaster1.xml" Id="R2ce07d0d0a0e4883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47fe7d5c6acf416a" /><Relationship Type="http://schemas.openxmlformats.org/officeDocument/2006/relationships/notesMaster" Target="/ppt/notesMasters/notesMaster1.xml" Id="Ra91931940b18466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c87a22e2035d4813" /><Relationship Type="http://schemas.openxmlformats.org/officeDocument/2006/relationships/notesMaster" Target="/ppt/notesMasters/notesMaster1.xml" Id="Rc38f209af2ec4f70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7f32a8cd6517455e" /><Relationship Type="http://schemas.openxmlformats.org/officeDocument/2006/relationships/notesMaster" Target="/ppt/notesMasters/notesMaster1.xml" Id="Rd16002f98bf7447d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368ecec02c50419f" /><Relationship Type="http://schemas.openxmlformats.org/officeDocument/2006/relationships/notesMaster" Target="/ppt/notesMasters/notesMaster1.xml" Id="R09979cc9c25c4e31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106d8126c954444c" /><Relationship Type="http://schemas.openxmlformats.org/officeDocument/2006/relationships/notesMaster" Target="/ppt/notesMasters/notesMaster1.xml" Id="Raab64924646b49aa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fc7d8e46f7d24d4d" /><Relationship Type="http://schemas.openxmlformats.org/officeDocument/2006/relationships/notesMaster" Target="/ppt/notesMasters/notesMaster1.xml" Id="R73d7ae4a23354b75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cc9a81e42b664b1a" /><Relationship Type="http://schemas.openxmlformats.org/officeDocument/2006/relationships/notesMaster" Target="/ppt/notesMasters/notesMaster1.xml" Id="Rf0ffc1d86378478b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1a2ff396f33e4b9d" /><Relationship Type="http://schemas.openxmlformats.org/officeDocument/2006/relationships/notesMaster" Target="/ppt/notesMasters/notesMaster1.xml" Id="R5189221d8cf544f1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4d3ba177ca584798" /><Relationship Type="http://schemas.openxmlformats.org/officeDocument/2006/relationships/notesMaster" Target="/ppt/notesMasters/notesMaster1.xml" Id="R1529a488b1f840bb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1244e5b0547b42cd" /><Relationship Type="http://schemas.openxmlformats.org/officeDocument/2006/relationships/notesMaster" Target="/ppt/notesMasters/notesMaster1.xml" Id="Rf681e75673064ac5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d03592345ca64cc6" /><Relationship Type="http://schemas.openxmlformats.org/officeDocument/2006/relationships/notesMaster" Target="/ppt/notesMasters/notesMaster1.xml" Id="R03181318569e44b6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9ba388b5736a4bef" /><Relationship Type="http://schemas.openxmlformats.org/officeDocument/2006/relationships/notesMaster" Target="/ppt/notesMasters/notesMaster1.xml" Id="R4fdc6d39711e4a97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c852979a86cc48e5" /><Relationship Type="http://schemas.openxmlformats.org/officeDocument/2006/relationships/notesMaster" Target="/ppt/notesMasters/notesMaster1.xml" Id="Rbe12dd885f584aaf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a61b6241e7434e72" /><Relationship Type="http://schemas.openxmlformats.org/officeDocument/2006/relationships/notesMaster" Target="/ppt/notesMasters/notesMaster1.xml" Id="R77d573949eb5457f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bfe2937296944e5a" /><Relationship Type="http://schemas.openxmlformats.org/officeDocument/2006/relationships/notesMaster" Target="/ppt/notesMasters/notesMaster1.xml" Id="R24374bd8a73a486f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a6c49403ff4445d8" /><Relationship Type="http://schemas.openxmlformats.org/officeDocument/2006/relationships/notesMaster" Target="/ppt/notesMasters/notesMaster1.xml" Id="Rf7c700dd3b7f475d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be611e33fdcd41fe" /><Relationship Type="http://schemas.openxmlformats.org/officeDocument/2006/relationships/notesMaster" Target="/ppt/notesMasters/notesMaster1.xml" Id="Recefbb496e6b4cbb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59f8144e6c944382" /><Relationship Type="http://schemas.openxmlformats.org/officeDocument/2006/relationships/notesMaster" Target="/ppt/notesMasters/notesMaster1.xml" Id="Rb84bb60f7f584fdb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ebdf131897ce4f27" /><Relationship Type="http://schemas.openxmlformats.org/officeDocument/2006/relationships/notesMaster" Target="/ppt/notesMasters/notesMaster1.xml" Id="R49997250963a4c68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729c54ba8098434f" /><Relationship Type="http://schemas.openxmlformats.org/officeDocument/2006/relationships/notesMaster" Target="/ppt/notesMasters/notesMaster1.xml" Id="R4d4f0ce7f92e4128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f3c971ba131649bb" /><Relationship Type="http://schemas.openxmlformats.org/officeDocument/2006/relationships/notesMaster" Target="/ppt/notesMasters/notesMaster1.xml" Id="R96dc430b3e61421f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edabc72895f04972" /><Relationship Type="http://schemas.openxmlformats.org/officeDocument/2006/relationships/notesMaster" Target="/ppt/notesMasters/notesMaster1.xml" Id="Rc5b5dc869e424e21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a0ba73b8762f4ac4" /><Relationship Type="http://schemas.openxmlformats.org/officeDocument/2006/relationships/notesMaster" Target="/ppt/notesMasters/notesMaster1.xml" Id="R4a7e89a6ab824508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fb0800421541429c" /><Relationship Type="http://schemas.openxmlformats.org/officeDocument/2006/relationships/notesMaster" Target="/ppt/notesMasters/notesMaster1.xml" Id="Re47d03a785e946c7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c71b25c13eaf4723" /><Relationship Type="http://schemas.openxmlformats.org/officeDocument/2006/relationships/notesMaster" Target="/ppt/notesMasters/notesMaster1.xml" Id="Raaab860320ff4d8c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eca8a7b528874cc1" /><Relationship Type="http://schemas.openxmlformats.org/officeDocument/2006/relationships/notesMaster" Target="/ppt/notesMasters/notesMaster1.xml" Id="R5ee66f12228a4c2d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4f67cac5e27d49b6" /><Relationship Type="http://schemas.openxmlformats.org/officeDocument/2006/relationships/notesMaster" Target="/ppt/notesMasters/notesMaster1.xml" Id="R7557779ba6a446bc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fdda83b46415435e" /><Relationship Type="http://schemas.openxmlformats.org/officeDocument/2006/relationships/notesMaster" Target="/ppt/notesMasters/notesMaster1.xml" Id="R303af0134b8b45fd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bc4d46090e0645ef" /><Relationship Type="http://schemas.openxmlformats.org/officeDocument/2006/relationships/notesMaster" Target="/ppt/notesMasters/notesMaster1.xml" Id="R9705c29ce2e14a1a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c2834f4a8e144160" /><Relationship Type="http://schemas.openxmlformats.org/officeDocument/2006/relationships/notesMaster" Target="/ppt/notesMasters/notesMaster1.xml" Id="R1819b6f9365041cc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b4db8b36c18e4799" /><Relationship Type="http://schemas.openxmlformats.org/officeDocument/2006/relationships/notesMaster" Target="/ppt/notesMasters/notesMaster1.xml" Id="Rf4d226c498d345aa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07d6280f5af2493b" /><Relationship Type="http://schemas.openxmlformats.org/officeDocument/2006/relationships/notesMaster" Target="/ppt/notesMasters/notesMaster1.xml" Id="R9bb21cf75e844365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cb1d08a9bacb486d" /><Relationship Type="http://schemas.openxmlformats.org/officeDocument/2006/relationships/notesMaster" Target="/ppt/notesMasters/notesMaster1.xml" Id="Rf42bc4343e344114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558dc14a710a4c83" /><Relationship Type="http://schemas.openxmlformats.org/officeDocument/2006/relationships/notesMaster" Target="/ppt/notesMasters/notesMaster1.xml" Id="R0d27294d30764bc5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2dfea739bacb42e9" /><Relationship Type="http://schemas.openxmlformats.org/officeDocument/2006/relationships/notesMaster" Target="/ppt/notesMasters/notesMaster1.xml" Id="Rf5e87589aee5402b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0bd03083e2164a06" /><Relationship Type="http://schemas.openxmlformats.org/officeDocument/2006/relationships/notesMaster" Target="/ppt/notesMasters/notesMaster1.xml" Id="R60302882b630409f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a37b5001b10f4b45" /><Relationship Type="http://schemas.openxmlformats.org/officeDocument/2006/relationships/notesMaster" Target="/ppt/notesMasters/notesMaster1.xml" Id="R60789d3f35124779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7e74bb89ba154ec4" /><Relationship Type="http://schemas.openxmlformats.org/officeDocument/2006/relationships/notesMaster" Target="/ppt/notesMasters/notesMaster1.xml" Id="R80eedffeb13549c9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9b1a82a4593c4eae" /><Relationship Type="http://schemas.openxmlformats.org/officeDocument/2006/relationships/notesMaster" Target="/ppt/notesMasters/notesMaster1.xml" Id="R9463f528e8464d3d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a09c53ef18954ba1" /><Relationship Type="http://schemas.openxmlformats.org/officeDocument/2006/relationships/notesMaster" Target="/ppt/notesMasters/notesMaster1.xml" Id="Rbf8c402c689149f6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9a48d45115014231" /><Relationship Type="http://schemas.openxmlformats.org/officeDocument/2006/relationships/notesMaster" Target="/ppt/notesMasters/notesMaster1.xml" Id="R6788c0d5fa5f4635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cc5ce71da29b489f" /><Relationship Type="http://schemas.openxmlformats.org/officeDocument/2006/relationships/notesMaster" Target="/ppt/notesMasters/notesMaster1.xml" Id="Rf2b9c9a679dc425a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bc31f850d87f428c" /><Relationship Type="http://schemas.openxmlformats.org/officeDocument/2006/relationships/notesMaster" Target="/ppt/notesMasters/notesMaster1.xml" Id="R21aaf0f603a14c35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83d8ad6b6e434092" /><Relationship Type="http://schemas.openxmlformats.org/officeDocument/2006/relationships/notesMaster" Target="/ppt/notesMasters/notesMaster1.xml" Id="R63a7c0586ad5414d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d908514242ed495e" /><Relationship Type="http://schemas.openxmlformats.org/officeDocument/2006/relationships/notesMaster" Target="/ppt/notesMasters/notesMaster1.xml" Id="Rf6a3536c6c6548a3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41833f12eb5243f8" /><Relationship Type="http://schemas.openxmlformats.org/officeDocument/2006/relationships/notesMaster" Target="/ppt/notesMasters/notesMaster1.xml" Id="R9703511a12a14d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1: 1-Day SOC Building and Operations Workshop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Define the operating decision this topic must support.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2: Why this workshop exists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Most SOC failures are operating-model failures before they are tool failures.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3: Audience map by role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CISO owns risk appetite, funding, executive escalation, and external posture.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4: Learning outcomes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Design a SOC blueprint with scope, telemetry, tools, and ownership.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5: Full-day agenda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Define the operating decision this topic must support.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6: How to use this deck during the workshop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Define the operating decision this topic must support.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7: How this repo maps to the workshop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Build content comes from SOC fundamentals, budget, architecture, and technology guides.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8: Workshop rules: practical outputs, not theory only</a:t>
            </a:r>
          </a:p>
          <a:p xmlns:a="http://schemas.openxmlformats.org/drawingml/2006/main">
            <a:r>
              <a:t>Module: Opening and Workshop Framing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Define the operating decision this topic must support.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9: What a SOC is and is not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A SOC is an operating capability, not a room with dashboards.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10: Business outcomes of a SOC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Reduce detection and response time for priority threats.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11: SOC service boundaries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Define which assets, identities, services, cloud workloads, and data classes are in scope.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12: SOC maturity stages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Foundation: scope, minimum telemetry, triage routine, and severity model.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13: In-house vs MSSP vs hybrid model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In-house maximizes control but requires staffing, management, and content maturity.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14: When each operating model fails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In-house fails when coverage expands faster than staffing and process quality.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15: Minimum viable SOC vs mature SOC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Minimum viable means critical logs, critical detections, triage, severity, and escalation.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16: Core SOC services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Monitoring and triage: alert intake, enrichment, severity, and routing.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17: People, process, technology operating triangle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People decide and execute; process makes decisions repeatable; technology provides evidence.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18: Common early-stage mistakes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Tool-first implementation without mission, scope, or log-source priorities.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19: Common scale-stage mistakes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Alert volume grows but tuning, coverage management, and handoff quality do not.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20: SOC maturity comparison matrix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21: operating model comparison table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22: Workshop: define SOC scope and target state</a:t>
            </a:r>
          </a:p>
          <a:p xmlns:a="http://schemas.openxmlformats.org/drawingml/2006/main">
            <a:r>
              <a:t>Module: SOC Foundations and Operating Models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23: What a practical SOC blueprint looks like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It shows systems, telemetry, tools, ownership, workflows, and escalation boundaries.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24: High-level SOC architecture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Telemetry sources feed collection, normalization, analytics, enrichment, case management, and response.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25: Telemetry pipeline overview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Collect only what has an investigation, compliance, or detection use case.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26: Endpoint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Prioritize process execution, parent-child process chains, file writes, persistence, and isolation state.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27: Identity and authentication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Collect successful and failed login, MFA events, privilege changes, token activity, and risky sign-ins.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28: Network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Network visibility supports C2, DNS tunneling, exfiltration, scanning, and lateral movement.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29: Email and collaboration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Email is the front door for phishing, BEC, malware delivery, and social engineering.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30: Cloud and SaaS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Cloud incidents often start as identity, API, storage exposure, or configuration events.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31: Application and database telemetry layer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Application logs prove user action, transaction context, data access, and abuse patterns.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32: Alerting and enrichment flow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Alert quality improves when enrichment adds asset criticality, identity role, vulnerability, and threat intel.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33: Case management and response flow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The case record is the operational source of truth for decisions and evidence.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34: Log-source prioritization model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Start with identity, endpoint, firewall, email, cloud control plane, DNS, and proxy.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35: Trust boundaries and data sensitivity zones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Mark where personal data, regulated records, privileged admin paths, and third-party access live.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36: architecture pattern comparison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37: telemetry coverage and blind spots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38: Worksheet: draft target-state architecture</a:t>
            </a:r>
          </a:p>
          <a:p xmlns:a="http://schemas.openxmlformats.org/drawingml/2006/main">
            <a:r>
              <a:t>Module: SOC Blueprint, Architecture, and Telemetry Flow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39: SOC organization structure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Separate monitoring, engineering, IR, management, and executive decision ownership.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40: Role map: CISO to analyst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CISO sets risk appetite, escalation expectations, funding, and executive commitments.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41: Tier 1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Monitor queues, validate alert context, classify obvious false positives, and escalate confirmed risk.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42: Tier 2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Perform deeper investigation across identity, endpoint, network, cloud, and application evidence.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43: Tier 3 / IR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Lead complex incidents, containment strategy, eradication, recovery validation, and PIR.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44: Security engineering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Own telemetry onboarding, parser quality, detection deployment, tuning, and automation guardrails.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45: SOC Manager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Own workflow quality, staffing, escalation discipline, metrics, and service expectations.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46: CISO responsibilities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Own risk decisions, external posture, board visibility, and investment priorities.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47: Skill matrix across roles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Analysts need triage, log reading, evidence notes, and escalation judgment.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48: Staffing model basics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Calculate coverage by seat-hours, not by job titles.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49: 8x5 vs extended-hours vs 24x7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8x5 works when after-hours risk is accepted or covered externally.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50: Shift design patterns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Design shifts around alert volume, business hours, service criticality, and fatigue management.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51: Shift handoff model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Handoff should transfer active incidents, pending decisions, fragile services, and open evidence requests.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52: staffing benchmark examples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53: role-to-responsibility matrix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54: Workshop: design staffing and shift coverage</a:t>
            </a:r>
          </a:p>
          <a:p xmlns:a="http://schemas.openxmlformats.org/drawingml/2006/main">
            <a:r>
              <a:t>Module: People, Roles, Staffing, and Shift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55: Core SOC tool categories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SIEM centralizes searchable evidence and detection correlation.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56: SIEM: job and selection criteria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The SIEM's job is searchable evidence, correlation, dashboards, and investigation continuity.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57: EDR/XDR: job and selection criteria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Endpoint tooling must support process context, isolation, collection, and response audit trail.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58: SOAR/automation: when it helps and when it hurts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Automation helps repeat enrichment, routing, evidence collection, and low-risk containment.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59: Threat intelligence platform and feeds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Threat intelligence should answer prioritized questions, not flood the SOC with indicators.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60: Case management and knowledge base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The case system preserves timeline, evidence, ownership, approvals, and closure rationale.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61: DLP, IAM, vulnerability, and supporting control data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Supporting control data turns alerts into risk context.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62: Tool integration sequence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Connect identity, endpoint, network, email, and cloud before advanced automation.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63: Build-vs-buy and complexity tradeoffs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Build when team skill, ownership, and maintenance capacity are real.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64: Budget categories: people, platform, content, operations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People costs usually dominate a sustainable SOC budget.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65: Phased budget model by maturity stage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Foundation funds minimum people, critical telemetry, SIEM/EDR, and core SOPs.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66: tool evaluation scorecard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67: budget allocation example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68: Worksheet: prioritize tools and budget</a:t>
            </a:r>
          </a:p>
          <a:p xmlns:a="http://schemas.openxmlformats.org/drawingml/2006/main">
            <a:r>
              <a:t>Module: Technology Stack, Selection Logic, and Budgeting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69: SOC operating model in production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Production SOC work is queue discipline, investigation quality, escalation, reporting, and improvement.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70: Service catalog and what the SOC owns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The service catalog defines what the SOC monitors, responds to, reports, and improves.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71: Alert intake to triage flow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Every alert needs source, confidence, affected asset, identity, severity, and routing.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72: Escalation path and authority boundaries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Escalation is about decision rights, not just notification.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73: Shift handoff operational pattern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Handoff transfers active work, fragile services, unresolved decisions, and monitoring priorities.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74: KPI model: MTTD, MTTR, quality, backlog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Time metrics matter, but quality metrics show whether the work is trusted.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75: Detection backlog management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Backlog items need threat rationale, telemetry dependency, owner, priority, and validation plan.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76: Telemetry onboarding lifecycle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Onboarding is request, owner approval, parsing, validation, use case mapping, and health monitoring.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77: Alert tuning lifecycle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Tuning starts from observed false positives and missed true positives.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78: Governance cadence: daily, weekly, monthly, quarterly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Daily manages active operations and incidents.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79: Control ownership and accountability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Every control needs business owner, technical owner, evidence owner, and escalation owner.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80: governance operating calendar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81: service ownership / RACI example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82: Workshop: map your operating workflow</a:t>
            </a:r>
          </a:p>
          <a:p xmlns:a="http://schemas.openxmlformats.org/drawingml/2006/main">
            <a:r>
              <a:t>Module: SOC Operations and Governance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83: Detection engineering mission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Detection engineering converts risk hypotheses into tested, maintainable monitoring content.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84: Use case lifecycle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Start with threat or business risk, then define data, logic, test, owner, and response.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85: Mapping to ATT&amp;CK and business risk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ATT&amp;CK gives technique language; business risk gives prioritization.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86: Telemetry dependency model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A detection is only as strong as the source, parser, retention, and context behind it.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87: Sigma and YARA in the operating model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Sigma expresses log detections in a portable way; YARA expresses file or malware signatures.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88: Detection content quality attributes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Good content is specific, explainable, testable, maintainable, and mapped to response.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89: False positive reduction loop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Classify why the alert fired and why it was not actionable.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90: Coverage matrix concept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Coverage is a matrix of risk, technique, telemetry, detection, playbook, and owner.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91: Prioritizing detections by threat and asset value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Start with high-impact assets, likely attack paths, and recent incident lessons.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92: Detection testing and validation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Test with controlled simulations, historical data, and expected false-positive examples.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93: Promotion workflow: idea to production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Idea, design, data validation, test, peer review, staged release, monitoring, and review.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94: sample use case hierarchy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95: sample coverage matrix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96: Worksheet: identify coverage gaps</a:t>
            </a:r>
          </a:p>
          <a:p xmlns:a="http://schemas.openxmlformats.org/drawingml/2006/main">
            <a:r>
              <a:t>Module: Detection Engineering and Coverage Management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97: IR lifecycle overview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preparation, detection, analysis, containment, eradication, recovery, and lessons learned.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98: Severity model and classification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Severity should reflect business impact, data impact, spread, privilege, and service disruption.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99: Decision authority in incidents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High-impact actions require named approvers before the incident occurs.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100: Analyst-to-IR escalation model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Escalate when scope expands, containment is needed, evidence may be legal, or severity exceeds queue handling.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101: Runbooks vs playbooks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Runbooks guide routine analyst actions by tier and workflow.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102: Playbook operating pattern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Trigger, triage, analysis, containment, eradication, recovery, communication, and closure.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103: Containment decision logic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Containment balances risk reduction against business disruption and evidence preservation.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104: Eradication and recovery logic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Eradication removes attacker access, persistence, malicious artifacts, and exploited weakness.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105: Evidence handling and preservation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Preserve logs, artifacts, screenshots, hashes, requests, and decision records early.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106: Chain of custody basics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Record who collected, transferred, stored, accessed, and released each evidence item.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107: Decision logging during incidents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Log what was known, what was assumed, who approved, and what happens next.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108: Crisis command / war room model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Activate when severity, service impact, external pressure, or uncertainty exceeds normal workflow.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109: Closure, PIR, and lessons learned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Closure needs technical recovery, monitoring exit, communications completion, and outstanding risk decisions.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110: severity matrix view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111: evidence and decision chain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112: Workshop block 3 debrief: alert-to-incident operating exercise</a:t>
            </a:r>
          </a:p>
          <a:p xmlns:a="http://schemas.openxmlformats.org/drawingml/2006/main">
            <a:r>
              <a:t>Module: Incident Response, Runbooks, and Playbook Operations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113: Why Thai compliance belongs in SOC operations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SOC produces the facts needed for Legal, DPO, CISO, and executives to decide.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114: PDPA operating checkpoint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Open when personal data or sensitive personal data may be exposed, altered, destroyed, or accessed.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115: Computer-Related Crime Act operating checkpoint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Open when unauthorized access, data alteration, malicious tooling, disruption, or traffic-data requests are involved.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116: Cybersecurity Act operating checkpoint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Open when a cyber threat may affect critical service, public-facing service, or public safety.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117: Electronic Transactions Act and evidentiary integrity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Electronic records may need integrity, authenticity, time source, and system-of-record proof.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118: NCSA / ThaiCERT coordination path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when national or sectoral coordination, advisory response, IOC sharing, or major incident support is needed.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119: Thai legal trigger-to-action model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Trigger identifies whether privacy, computer crime, cybersecurity, electronic evidence, or coordination path opens.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120: Notification decision and evidence package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Decision states notify, defer, or not required, with approver and next review time.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121: Thai legal escalation template in use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122: Workshop: legal-impact and escalation decisions</a:t>
            </a:r>
          </a:p>
          <a:p xmlns:a="http://schemas.openxmlformats.org/drawingml/2006/main">
            <a:r>
              <a:t>Module: Thai Compliance, Privacy, and Legal Operating Model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123: Incident report structure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Report what happened, when detected, systems affected, evidence, impact, actions, and status.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124: Incident decision log structure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Capture decision, options considered, evidence reviewed, approver, time, and next review.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125: Monthly SOC report structure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Report incidents, alert quality, backlog, telemetry health, detection changes, and remediation movement.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126: Executive dashboard view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Executives need risk posture, trend, major incidents, open decisions, and resource needs.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127: Board-level decision pack view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Board material should show material risk, control gaps, accepted risk, funded actions, and progress.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128: Communicating facts vs assumptions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Facts are observed and evidenced; assumptions are current interpretations that may change.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129: reporting template map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130: Worksheet: executive escalation brief</a:t>
            </a:r>
          </a:p>
          <a:p xmlns:a="http://schemas.openxmlformats.org/drawingml/2006/main">
            <a:r>
              <a:t>Module: Reporting, Executive Communication, and Board-Level Outputs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Work in teams and assign one owner for the artifact.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131: SOC onboarding path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Onboarding should move from access and process awareness to shadowing, guided work, and independent handling.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132: Analyst development and cross-skilling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Develop analysts from queue handling toward investigation, detection logic, and incident coordination.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133: Simulation and purple-team cadence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Simulations test people, process, telemetry, detections, playbooks, and reporting.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134: Certification path and capability-building logic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Certifications support a skill path but do not replace hands-on operating practice.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135: Lessons learned into operational improvement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Lessons learned should create owned actions with due dates and governance follow-up.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136: training and maturity alignment</a:t>
            </a:r>
          </a:p>
          <a:p xmlns:a="http://schemas.openxmlformats.org/drawingml/2006/main">
            <a:r>
              <a:t>Module: Training, Simulation, and Continuous Improvement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this as a decision aid during discussion and Q&amp;A.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137: Capstone scenario setup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Scenario: credential stuffing on a public customer portal followed by successful logins and invoice downloads.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138: Team task: architecture, staffing, detection, IR, legal, reporting decisions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Identify missing telemetry, current owners, shift path, and required containment decision.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139: Team task: evidence and escalation decisions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List the first evidence package: timeline, accounts, IPs, user actions, data accessed, logs, and custody.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140: Debrief framework by role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CISO: risk decision, executive message, and external posture.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141: 30/60/90-day action plan output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30 days: fix critical visibility, severity, handoff, and top playbooks.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สไลด์ 142: Final takeaways and repo re-entry map</a:t>
            </a:r>
          </a:p>
          <a:p xmlns:a="http://schemas.openxmlformats.org/drawingml/2006/main">
            <a:r>
              <a:t>Module: Capstone Scenario and Close</a:t>
            </a:r>
          </a:p>
          <a:p xmlns:a="http://schemas.openxmlformats.org/drawingml/2006/main">
            <a:r>
              <a:t>แนวทางผู้สอน: อธิบายแบบ practical โดยโยงกับบทบาท CISO, SOC Manager, SOC Analyst, Security Engineer และ IR Engineer</a:t>
            </a:r>
          </a:p>
          <a:p xmlns:a="http://schemas.openxmlformats.org/drawingml/2006/main">
            <a:r>
              <a:t>ประเด็นหลัก: Use the repo as the operating manual, not as a document archive.</a:t>
            </a:r>
          </a:p>
          <a:p xmlns:a="http://schemas.openxmlformats.org/drawingml/2006/main">
            <a:r>
              <a:t>ถามผู้เรียน: ในองค์กรของคุณ owner, evidence และ next action คือใคร/อะไร</a:t>
            </a:r>
          </a:p>
          <a:p xmlns:a="http://schemas.openxmlformats.org/drawingml/2006/main">
            <a:r>
              <a:t>ผลลัพธ์ที่ต้องได้: decision หรือ artifact ที่เอาไปใช้ต่อได้ ไม่ใช่แค่ความเข้าใจเชิงทฤษฎี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a424660cf48a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67da28dd5664753" /><Relationship Type="http://schemas.openxmlformats.org/officeDocument/2006/relationships/slideLayout" Target="/ppt/slideLayouts/slideLayout2.xml" Id="R81d61ec4684a42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d61ec4684a42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6c9a7dd0e24aef" /><Relationship Type="http://schemas.openxmlformats.org/officeDocument/2006/relationships/notesSlide" Target="/ppt/notesSlides/notesSlide1.xml" Id="R5fefc82d8dc84e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28df7a907942ab" /><Relationship Type="http://schemas.openxmlformats.org/officeDocument/2006/relationships/notesSlide" Target="/ppt/notesSlides/notesSlide2.xml" Id="R7404fa92a2e142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727a531ed4cab" /><Relationship Type="http://schemas.openxmlformats.org/officeDocument/2006/relationships/notesSlide" Target="/ppt/notesSlides/notesSlide3.xml" Id="R0caa197e17944a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1900e02f3f42c6" /><Relationship Type="http://schemas.openxmlformats.org/officeDocument/2006/relationships/notesSlide" Target="/ppt/notesSlides/notesSlide4.xml" Id="R78c8f6fc6dcb41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3a2cdbcfe8459d" /><Relationship Type="http://schemas.openxmlformats.org/officeDocument/2006/relationships/notesSlide" Target="/ppt/notesSlides/notesSlide5.xml" Id="R58b6eba58f6140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f24685fa79485b" /><Relationship Type="http://schemas.openxmlformats.org/officeDocument/2006/relationships/notesSlide" Target="/ppt/notesSlides/notesSlide6.xml" Id="R9711dc07b93045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f7f80439e94afc" /><Relationship Type="http://schemas.openxmlformats.org/officeDocument/2006/relationships/notesSlide" Target="/ppt/notesSlides/notesSlide7.xml" Id="Rac50e663485a48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3b5e9f39c54712" /><Relationship Type="http://schemas.openxmlformats.org/officeDocument/2006/relationships/notesSlide" Target="/ppt/notesSlides/notesSlide8.xml" Id="R1a035e6e20b24a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2a85da088a4fa7" /><Relationship Type="http://schemas.openxmlformats.org/officeDocument/2006/relationships/notesSlide" Target="/ppt/notesSlides/notesSlide9.xml" Id="Rb4e23d63980141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be8f44761b4f4a" /><Relationship Type="http://schemas.openxmlformats.org/officeDocument/2006/relationships/notesSlide" Target="/ppt/notesSlides/notesSlide10.xml" Id="R3d9d113b253b46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6323bfd2dc49bc" /><Relationship Type="http://schemas.openxmlformats.org/officeDocument/2006/relationships/notesSlide" Target="/ppt/notesSlides/notesSlide11.xml" Id="Rb7f1acc5d6624e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102e5f9434e76" /><Relationship Type="http://schemas.openxmlformats.org/officeDocument/2006/relationships/notesSlide" Target="/ppt/notesSlides/notesSlide12.xml" Id="Rf99ec1d486a645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dcee62de894d5c" /><Relationship Type="http://schemas.openxmlformats.org/officeDocument/2006/relationships/notesSlide" Target="/ppt/notesSlides/notesSlide13.xml" Id="Rdd7bd0c3069f48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f0f6ba2d254613" /><Relationship Type="http://schemas.openxmlformats.org/officeDocument/2006/relationships/notesSlide" Target="/ppt/notesSlides/notesSlide14.xml" Id="R533c6a14892643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6b9761e0394512" /><Relationship Type="http://schemas.openxmlformats.org/officeDocument/2006/relationships/notesSlide" Target="/ppt/notesSlides/notesSlide15.xml" Id="R3ae182777b6a48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5ffebd23b14c7a" /><Relationship Type="http://schemas.openxmlformats.org/officeDocument/2006/relationships/notesSlide" Target="/ppt/notesSlides/notesSlide16.xml" Id="Rc1d91118161a4a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cd6709822c4fc1" /><Relationship Type="http://schemas.openxmlformats.org/officeDocument/2006/relationships/notesSlide" Target="/ppt/notesSlides/notesSlide17.xml" Id="R6fc5d5a63a2a47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1aa13f07c2446f" /><Relationship Type="http://schemas.openxmlformats.org/officeDocument/2006/relationships/notesSlide" Target="/ppt/notesSlides/notesSlide18.xml" Id="R05dad326a31c43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f30ab4a06c4735" /><Relationship Type="http://schemas.openxmlformats.org/officeDocument/2006/relationships/notesSlide" Target="/ppt/notesSlides/notesSlide19.xml" Id="Ra0e9a8fcdf4849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82f48d30f243f1" /><Relationship Type="http://schemas.openxmlformats.org/officeDocument/2006/relationships/notesSlide" Target="/ppt/notesSlides/notesSlide20.xml" Id="R2c63d54c9c9b4af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13bfb22cc4d12" /><Relationship Type="http://schemas.openxmlformats.org/officeDocument/2006/relationships/notesSlide" Target="/ppt/notesSlides/notesSlide21.xml" Id="Rb822bd85578a4f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0ddaef9b2a41c4" /><Relationship Type="http://schemas.openxmlformats.org/officeDocument/2006/relationships/notesSlide" Target="/ppt/notesSlides/notesSlide22.xml" Id="R68cfc5718fcc40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8630e4670c40db" /><Relationship Type="http://schemas.openxmlformats.org/officeDocument/2006/relationships/notesSlide" Target="/ppt/notesSlides/notesSlide23.xml" Id="R1fde9111b763408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9b283d233b4f0f" /><Relationship Type="http://schemas.openxmlformats.org/officeDocument/2006/relationships/notesSlide" Target="/ppt/notesSlides/notesSlide24.xml" Id="Rad09de6ab31c4c7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649caa655431b" /><Relationship Type="http://schemas.openxmlformats.org/officeDocument/2006/relationships/notesSlide" Target="/ppt/notesSlides/notesSlide25.xml" Id="R68f7c52d76b7427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68fba84511471d" /><Relationship Type="http://schemas.openxmlformats.org/officeDocument/2006/relationships/notesSlide" Target="/ppt/notesSlides/notesSlide26.xml" Id="Rad4b23c0ec704c9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a848099b08488a" /><Relationship Type="http://schemas.openxmlformats.org/officeDocument/2006/relationships/notesSlide" Target="/ppt/notesSlides/notesSlide27.xml" Id="R336b37b74526435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d4ffb84fb24025" /><Relationship Type="http://schemas.openxmlformats.org/officeDocument/2006/relationships/notesSlide" Target="/ppt/notesSlides/notesSlide28.xml" Id="R6179063f671745e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8964d02805496d" /><Relationship Type="http://schemas.openxmlformats.org/officeDocument/2006/relationships/notesSlide" Target="/ppt/notesSlides/notesSlide29.xml" Id="R92af6fb537cf48e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542f84d4c9408f" /><Relationship Type="http://schemas.openxmlformats.org/officeDocument/2006/relationships/notesSlide" Target="/ppt/notesSlides/notesSlide30.xml" Id="Redead72b4d534d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1431e499424470" /><Relationship Type="http://schemas.openxmlformats.org/officeDocument/2006/relationships/notesSlide" Target="/ppt/notesSlides/notesSlide31.xml" Id="R1594b21043014fb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c4aea74e54495" /><Relationship Type="http://schemas.openxmlformats.org/officeDocument/2006/relationships/notesSlide" Target="/ppt/notesSlides/notesSlide32.xml" Id="R775f74d87c414a3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39932b9b264e1c" /><Relationship Type="http://schemas.openxmlformats.org/officeDocument/2006/relationships/notesSlide" Target="/ppt/notesSlides/notesSlide33.xml" Id="Rbdd9a00a64ab414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f37d1630414bb2" /><Relationship Type="http://schemas.openxmlformats.org/officeDocument/2006/relationships/notesSlide" Target="/ppt/notesSlides/notesSlide34.xml" Id="Rb6a341543042444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b40d8d8a5d408e" /><Relationship Type="http://schemas.openxmlformats.org/officeDocument/2006/relationships/notesSlide" Target="/ppt/notesSlides/notesSlide35.xml" Id="R8761be30ea3d4f7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3888bee12e4102" /><Relationship Type="http://schemas.openxmlformats.org/officeDocument/2006/relationships/notesSlide" Target="/ppt/notesSlides/notesSlide36.xml" Id="Reda1eda56d3949b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ef41d9a29d488d" /><Relationship Type="http://schemas.openxmlformats.org/officeDocument/2006/relationships/notesSlide" Target="/ppt/notesSlides/notesSlide37.xml" Id="R1922c9849990406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e289df94ed4ce3" /><Relationship Type="http://schemas.openxmlformats.org/officeDocument/2006/relationships/notesSlide" Target="/ppt/notesSlides/notesSlide38.xml" Id="Rdf96fed3d0ce4ca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fbd3cd628244c2" /><Relationship Type="http://schemas.openxmlformats.org/officeDocument/2006/relationships/notesSlide" Target="/ppt/notesSlides/notesSlide39.xml" Id="R8e41c22ed23a4f6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372e128497457c" /><Relationship Type="http://schemas.openxmlformats.org/officeDocument/2006/relationships/notesSlide" Target="/ppt/notesSlides/notesSlide40.xml" Id="R9146a5deb85b458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f4b1f659384b39" /><Relationship Type="http://schemas.openxmlformats.org/officeDocument/2006/relationships/notesSlide" Target="/ppt/notesSlides/notesSlide41.xml" Id="Rf4d924579f874ff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19ac0965ec497d" /><Relationship Type="http://schemas.openxmlformats.org/officeDocument/2006/relationships/notesSlide" Target="/ppt/notesSlides/notesSlide42.xml" Id="R58b206eec0dd424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ff11f826fe4e93" /><Relationship Type="http://schemas.openxmlformats.org/officeDocument/2006/relationships/notesSlide" Target="/ppt/notesSlides/notesSlide43.xml" Id="R0acd9f8383e448a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2a1c57d44c413a" /><Relationship Type="http://schemas.openxmlformats.org/officeDocument/2006/relationships/notesSlide" Target="/ppt/notesSlides/notesSlide44.xml" Id="Rbef56d6fed8a4d6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85ba8b958d4252" /><Relationship Type="http://schemas.openxmlformats.org/officeDocument/2006/relationships/notesSlide" Target="/ppt/notesSlides/notesSlide45.xml" Id="R5e9c38177fc4443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94427bb66945d6" /><Relationship Type="http://schemas.openxmlformats.org/officeDocument/2006/relationships/notesSlide" Target="/ppt/notesSlides/notesSlide46.xml" Id="Rf85eb18daf2c49f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ed2b54ae854ae2" /><Relationship Type="http://schemas.openxmlformats.org/officeDocument/2006/relationships/notesSlide" Target="/ppt/notesSlides/notesSlide47.xml" Id="R684731b93e9f4fc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19cc009b5f4476" /><Relationship Type="http://schemas.openxmlformats.org/officeDocument/2006/relationships/notesSlide" Target="/ppt/notesSlides/notesSlide48.xml" Id="Re1b02b4f2ac84b4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f6c09808df4839" /><Relationship Type="http://schemas.openxmlformats.org/officeDocument/2006/relationships/notesSlide" Target="/ppt/notesSlides/notesSlide49.xml" Id="Ra84ea21eee97406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91263b30054339" /><Relationship Type="http://schemas.openxmlformats.org/officeDocument/2006/relationships/notesSlide" Target="/ppt/notesSlides/notesSlide50.xml" Id="Rdc7f9ed72c7249c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aa8d612def4444" /><Relationship Type="http://schemas.openxmlformats.org/officeDocument/2006/relationships/notesSlide" Target="/ppt/notesSlides/notesSlide51.xml" Id="Ra0db53d28c6441a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fbb56ee316444d" /><Relationship Type="http://schemas.openxmlformats.org/officeDocument/2006/relationships/notesSlide" Target="/ppt/notesSlides/notesSlide52.xml" Id="R7086e0000bc5460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548ae0da8941f1" /><Relationship Type="http://schemas.openxmlformats.org/officeDocument/2006/relationships/notesSlide" Target="/ppt/notesSlides/notesSlide53.xml" Id="R84f25a80c0f24b3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7c896f35f74a1c" /><Relationship Type="http://schemas.openxmlformats.org/officeDocument/2006/relationships/notesSlide" Target="/ppt/notesSlides/notesSlide54.xml" Id="R99efcd9f6736487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144d5177b74d9c" /><Relationship Type="http://schemas.openxmlformats.org/officeDocument/2006/relationships/notesSlide" Target="/ppt/notesSlides/notesSlide55.xml" Id="Ra0ad6e16ec83420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a3df6d90694eb1" /><Relationship Type="http://schemas.openxmlformats.org/officeDocument/2006/relationships/notesSlide" Target="/ppt/notesSlides/notesSlide56.xml" Id="R83cf3b667edc450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9276828287460e" /><Relationship Type="http://schemas.openxmlformats.org/officeDocument/2006/relationships/notesSlide" Target="/ppt/notesSlides/notesSlide57.xml" Id="Rc06bddb1cb15402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81a24a11d840bb" /><Relationship Type="http://schemas.openxmlformats.org/officeDocument/2006/relationships/notesSlide" Target="/ppt/notesSlides/notesSlide58.xml" Id="R1933c803b650444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6aa4131e0b49e4" /><Relationship Type="http://schemas.openxmlformats.org/officeDocument/2006/relationships/notesSlide" Target="/ppt/notesSlides/notesSlide59.xml" Id="R118fd8bb8cd841b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7e8379b9b943a8" /><Relationship Type="http://schemas.openxmlformats.org/officeDocument/2006/relationships/notesSlide" Target="/ppt/notesSlides/notesSlide60.xml" Id="R6cfe04387427469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25aae1c85943ad" /><Relationship Type="http://schemas.openxmlformats.org/officeDocument/2006/relationships/notesSlide" Target="/ppt/notesSlides/notesSlide61.xml" Id="R301fc2e230664c6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de6ea78ffd4ba5" /><Relationship Type="http://schemas.openxmlformats.org/officeDocument/2006/relationships/notesSlide" Target="/ppt/notesSlides/notesSlide62.xml" Id="R0c3cbb196ca94f81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7d2b3db5cf4592" /><Relationship Type="http://schemas.openxmlformats.org/officeDocument/2006/relationships/notesSlide" Target="/ppt/notesSlides/notesSlide63.xml" Id="Ra5f84e950b1e4d4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6a340ed3ee4354" /><Relationship Type="http://schemas.openxmlformats.org/officeDocument/2006/relationships/notesSlide" Target="/ppt/notesSlides/notesSlide64.xml" Id="R4f491099dccc4c7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32f19b91d24658" /><Relationship Type="http://schemas.openxmlformats.org/officeDocument/2006/relationships/notesSlide" Target="/ppt/notesSlides/notesSlide65.xml" Id="R7399494feea94a1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86b4a908c54065" /><Relationship Type="http://schemas.openxmlformats.org/officeDocument/2006/relationships/notesSlide" Target="/ppt/notesSlides/notesSlide66.xml" Id="R589d3bb90ad0415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b3e4077a60412a" /><Relationship Type="http://schemas.openxmlformats.org/officeDocument/2006/relationships/notesSlide" Target="/ppt/notesSlides/notesSlide67.xml" Id="R88a64083895548a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159378d715453e" /><Relationship Type="http://schemas.openxmlformats.org/officeDocument/2006/relationships/notesSlide" Target="/ppt/notesSlides/notesSlide68.xml" Id="R21988f2f238444da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2c89e272984754" /><Relationship Type="http://schemas.openxmlformats.org/officeDocument/2006/relationships/notesSlide" Target="/ppt/notesSlides/notesSlide69.xml" Id="Rba766a27fb3543a3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0f131704044e75" /><Relationship Type="http://schemas.openxmlformats.org/officeDocument/2006/relationships/notesSlide" Target="/ppt/notesSlides/notesSlide70.xml" Id="R56587143bc8a40f2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5e086ca9e4a52" /><Relationship Type="http://schemas.openxmlformats.org/officeDocument/2006/relationships/notesSlide" Target="/ppt/notesSlides/notesSlide71.xml" Id="R1a30e71c32f74b0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57c1a7128b49fe" /><Relationship Type="http://schemas.openxmlformats.org/officeDocument/2006/relationships/notesSlide" Target="/ppt/notesSlides/notesSlide72.xml" Id="R5bd1a7161b744927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2c028e32c64e6c" /><Relationship Type="http://schemas.openxmlformats.org/officeDocument/2006/relationships/notesSlide" Target="/ppt/notesSlides/notesSlide73.xml" Id="Rcb535567345e42bc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a02a85ab894c9f" /><Relationship Type="http://schemas.openxmlformats.org/officeDocument/2006/relationships/notesSlide" Target="/ppt/notesSlides/notesSlide74.xml" Id="Rb8e327406df14846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2c61d693c646dc" /><Relationship Type="http://schemas.openxmlformats.org/officeDocument/2006/relationships/notesSlide" Target="/ppt/notesSlides/notesSlide75.xml" Id="Rd10197364e744e99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98169bede04f39" /><Relationship Type="http://schemas.openxmlformats.org/officeDocument/2006/relationships/notesSlide" Target="/ppt/notesSlides/notesSlide76.xml" Id="Rd1f012e6e75841d5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372cc059bb49ca" /><Relationship Type="http://schemas.openxmlformats.org/officeDocument/2006/relationships/notesSlide" Target="/ppt/notesSlides/notesSlide77.xml" Id="Rc77d15d2f3a24279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b430a266114b9c" /><Relationship Type="http://schemas.openxmlformats.org/officeDocument/2006/relationships/notesSlide" Target="/ppt/notesSlides/notesSlide78.xml" Id="R9c49894d66234018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c3370fd10d40dd" /><Relationship Type="http://schemas.openxmlformats.org/officeDocument/2006/relationships/notesSlide" Target="/ppt/notesSlides/notesSlide79.xml" Id="R021435c31e4d4b36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82fa962a9a4bb4" /><Relationship Type="http://schemas.openxmlformats.org/officeDocument/2006/relationships/notesSlide" Target="/ppt/notesSlides/notesSlide80.xml" Id="Rc5353e7bc126428f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9a0ca8126e48a3" /><Relationship Type="http://schemas.openxmlformats.org/officeDocument/2006/relationships/notesSlide" Target="/ppt/notesSlides/notesSlide81.xml" Id="Racedc68296374fa8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431909ec404c73" /><Relationship Type="http://schemas.openxmlformats.org/officeDocument/2006/relationships/notesSlide" Target="/ppt/notesSlides/notesSlide82.xml" Id="R80a968f1dca14244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e0d18b3add4eb1" /><Relationship Type="http://schemas.openxmlformats.org/officeDocument/2006/relationships/notesSlide" Target="/ppt/notesSlides/notesSlide83.xml" Id="R1e241feb097344f8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9ee2376e714435" /><Relationship Type="http://schemas.openxmlformats.org/officeDocument/2006/relationships/notesSlide" Target="/ppt/notesSlides/notesSlide84.xml" Id="R121e150d6ef54667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e4b402b5844157" /><Relationship Type="http://schemas.openxmlformats.org/officeDocument/2006/relationships/notesSlide" Target="/ppt/notesSlides/notesSlide85.xml" Id="R1ae1c3fcde0946f2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a681c9dff84195" /><Relationship Type="http://schemas.openxmlformats.org/officeDocument/2006/relationships/notesSlide" Target="/ppt/notesSlides/notesSlide86.xml" Id="Rbf05d9453b1c4142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1e5f13306941c5" /><Relationship Type="http://schemas.openxmlformats.org/officeDocument/2006/relationships/notesSlide" Target="/ppt/notesSlides/notesSlide87.xml" Id="R634d35337be64bee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e2b2e09f4148c8" /><Relationship Type="http://schemas.openxmlformats.org/officeDocument/2006/relationships/notesSlide" Target="/ppt/notesSlides/notesSlide88.xml" Id="R60d85edd8e754765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496b10c70240d0" /><Relationship Type="http://schemas.openxmlformats.org/officeDocument/2006/relationships/notesSlide" Target="/ppt/notesSlides/notesSlide89.xml" Id="R30a17567ed4543b5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b7a069c9f14b76" /><Relationship Type="http://schemas.openxmlformats.org/officeDocument/2006/relationships/notesSlide" Target="/ppt/notesSlides/notesSlide90.xml" Id="Ra79552775b654cc7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be408b02bb40db" /><Relationship Type="http://schemas.openxmlformats.org/officeDocument/2006/relationships/notesSlide" Target="/ppt/notesSlides/notesSlide91.xml" Id="R147f4258ccfb4d67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bbea0b28d4228" /><Relationship Type="http://schemas.openxmlformats.org/officeDocument/2006/relationships/notesSlide" Target="/ppt/notesSlides/notesSlide92.xml" Id="R00b42efaa64d401e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48b0e960464784" /><Relationship Type="http://schemas.openxmlformats.org/officeDocument/2006/relationships/notesSlide" Target="/ppt/notesSlides/notesSlide93.xml" Id="R0cdcd08b27fb4a3e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184c4d871a4bcc" /><Relationship Type="http://schemas.openxmlformats.org/officeDocument/2006/relationships/notesSlide" Target="/ppt/notesSlides/notesSlide94.xml" Id="R1cef130147974985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f759e6dbf74099" /><Relationship Type="http://schemas.openxmlformats.org/officeDocument/2006/relationships/notesSlide" Target="/ppt/notesSlides/notesSlide95.xml" Id="R9926fd8cae6b4fbd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cae9ab440c4455" /><Relationship Type="http://schemas.openxmlformats.org/officeDocument/2006/relationships/notesSlide" Target="/ppt/notesSlides/notesSlide96.xml" Id="R001ec606d4a44a94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5579b416844b91" /><Relationship Type="http://schemas.openxmlformats.org/officeDocument/2006/relationships/notesSlide" Target="/ppt/notesSlides/notesSlide97.xml" Id="R364910a2e24646a3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144a8e96c94083" /><Relationship Type="http://schemas.openxmlformats.org/officeDocument/2006/relationships/notesSlide" Target="/ppt/notesSlides/notesSlide98.xml" Id="R22e70ed0b3bf4149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ed6c44714d439d" /><Relationship Type="http://schemas.openxmlformats.org/officeDocument/2006/relationships/notesSlide" Target="/ppt/notesSlides/notesSlide99.xml" Id="R54fa60f073974011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b9249083ed4818" /><Relationship Type="http://schemas.openxmlformats.org/officeDocument/2006/relationships/notesSlide" Target="/ppt/notesSlides/notesSlide100.xml" Id="R9df6316ee5ef4320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b73895e4234bc2" /><Relationship Type="http://schemas.openxmlformats.org/officeDocument/2006/relationships/notesSlide" Target="/ppt/notesSlides/notesSlide101.xml" Id="Reb2bb2cd719c4218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0951335fd240b1" /><Relationship Type="http://schemas.openxmlformats.org/officeDocument/2006/relationships/notesSlide" Target="/ppt/notesSlides/notesSlide102.xml" Id="Ree28bcb50c624a3f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3d408e9e9a426d" /><Relationship Type="http://schemas.openxmlformats.org/officeDocument/2006/relationships/notesSlide" Target="/ppt/notesSlides/notesSlide103.xml" Id="R757eb87a7fe64e5b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cf15bd0c3e4dc5" /><Relationship Type="http://schemas.openxmlformats.org/officeDocument/2006/relationships/notesSlide" Target="/ppt/notesSlides/notesSlide104.xml" Id="R90fc393bc41c4146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948ca8b35e404f" /><Relationship Type="http://schemas.openxmlformats.org/officeDocument/2006/relationships/notesSlide" Target="/ppt/notesSlides/notesSlide105.xml" Id="R6e86d3fff5284158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26ac66ec0b4dfb" /><Relationship Type="http://schemas.openxmlformats.org/officeDocument/2006/relationships/notesSlide" Target="/ppt/notesSlides/notesSlide106.xml" Id="R7303a50300bd4e4f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a6c46174a842b6" /><Relationship Type="http://schemas.openxmlformats.org/officeDocument/2006/relationships/notesSlide" Target="/ppt/notesSlides/notesSlide107.xml" Id="R6da79e0c10234689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2b7ef027404c6f" /><Relationship Type="http://schemas.openxmlformats.org/officeDocument/2006/relationships/notesSlide" Target="/ppt/notesSlides/notesSlide108.xml" Id="Redf43836466943aa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e62eabdedf4f2c" /><Relationship Type="http://schemas.openxmlformats.org/officeDocument/2006/relationships/notesSlide" Target="/ppt/notesSlides/notesSlide109.xml" Id="R40e4466e04274a47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1c1ec2e09d41aa" /><Relationship Type="http://schemas.openxmlformats.org/officeDocument/2006/relationships/notesSlide" Target="/ppt/notesSlides/notesSlide110.xml" Id="R85a4c58157a944a1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7ff97c96714730" /><Relationship Type="http://schemas.openxmlformats.org/officeDocument/2006/relationships/notesSlide" Target="/ppt/notesSlides/notesSlide111.xml" Id="Rcc42a5e1ea72449e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299b511eb24ac2" /><Relationship Type="http://schemas.openxmlformats.org/officeDocument/2006/relationships/notesSlide" Target="/ppt/notesSlides/notesSlide112.xml" Id="R2ca203625c244ed6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a37259759a4528" /><Relationship Type="http://schemas.openxmlformats.org/officeDocument/2006/relationships/notesSlide" Target="/ppt/notesSlides/notesSlide113.xml" Id="R41e524163896417f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1a512242045ad" /><Relationship Type="http://schemas.openxmlformats.org/officeDocument/2006/relationships/notesSlide" Target="/ppt/notesSlides/notesSlide114.xml" Id="R6d3c3eeead4d47a4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fd5d1a939f4964" /><Relationship Type="http://schemas.openxmlformats.org/officeDocument/2006/relationships/notesSlide" Target="/ppt/notesSlides/notesSlide115.xml" Id="R609b9a3acbf244f4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a89f0d7dc04bf8" /><Relationship Type="http://schemas.openxmlformats.org/officeDocument/2006/relationships/notesSlide" Target="/ppt/notesSlides/notesSlide116.xml" Id="Rc4d0ac0123e84e07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b1db8543564c8b" /><Relationship Type="http://schemas.openxmlformats.org/officeDocument/2006/relationships/notesSlide" Target="/ppt/notesSlides/notesSlide117.xml" Id="R0e0792b25c41436d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4b9f74f39b4cb5" /><Relationship Type="http://schemas.openxmlformats.org/officeDocument/2006/relationships/notesSlide" Target="/ppt/notesSlides/notesSlide118.xml" Id="R846b57792b314a67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3fd2af5b449f4" /><Relationship Type="http://schemas.openxmlformats.org/officeDocument/2006/relationships/notesSlide" Target="/ppt/notesSlides/notesSlide119.xml" Id="Rbed621553bc740cb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163764632d4d0a" /><Relationship Type="http://schemas.openxmlformats.org/officeDocument/2006/relationships/notesSlide" Target="/ppt/notesSlides/notesSlide120.xml" Id="R77a51089f30f4fb6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e56fe2bc8d4d18" /><Relationship Type="http://schemas.openxmlformats.org/officeDocument/2006/relationships/notesSlide" Target="/ppt/notesSlides/notesSlide121.xml" Id="R4dea22e18b154b70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a95f2d22a447ac" /><Relationship Type="http://schemas.openxmlformats.org/officeDocument/2006/relationships/notesSlide" Target="/ppt/notesSlides/notesSlide122.xml" Id="R8efc7f2f23284fb5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664ef4f2144361" /><Relationship Type="http://schemas.openxmlformats.org/officeDocument/2006/relationships/notesSlide" Target="/ppt/notesSlides/notesSlide123.xml" Id="R6d3377401b2747b2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39e70f5e7645f0" /><Relationship Type="http://schemas.openxmlformats.org/officeDocument/2006/relationships/notesSlide" Target="/ppt/notesSlides/notesSlide124.xml" Id="R9542638c646840e6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b57223ea0e4823" /><Relationship Type="http://schemas.openxmlformats.org/officeDocument/2006/relationships/notesSlide" Target="/ppt/notesSlides/notesSlide125.xml" Id="R166785f5c7d34c24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7abf6d4d56487c" /><Relationship Type="http://schemas.openxmlformats.org/officeDocument/2006/relationships/notesSlide" Target="/ppt/notesSlides/notesSlide126.xml" Id="Re7e3303fbdf842ff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365056c4c947fc" /><Relationship Type="http://schemas.openxmlformats.org/officeDocument/2006/relationships/notesSlide" Target="/ppt/notesSlides/notesSlide127.xml" Id="R069dce5af06f4415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ee115a847844fc" /><Relationship Type="http://schemas.openxmlformats.org/officeDocument/2006/relationships/notesSlide" Target="/ppt/notesSlides/notesSlide128.xml" Id="R2fa5415eac034cb3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d4c66aa7f44854" /><Relationship Type="http://schemas.openxmlformats.org/officeDocument/2006/relationships/notesSlide" Target="/ppt/notesSlides/notesSlide129.xml" Id="R612b0b1f86e248ba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878d8f74b34098" /><Relationship Type="http://schemas.openxmlformats.org/officeDocument/2006/relationships/notesSlide" Target="/ppt/notesSlides/notesSlide130.xml" Id="R106efe04738f4e09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07452253d747b7" /><Relationship Type="http://schemas.openxmlformats.org/officeDocument/2006/relationships/notesSlide" Target="/ppt/notesSlides/notesSlide131.xml" Id="R9c9d9b537d6f4271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dbe076423b4789" /><Relationship Type="http://schemas.openxmlformats.org/officeDocument/2006/relationships/notesSlide" Target="/ppt/notesSlides/notesSlide132.xml" Id="Reaae7891f7a44e72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9c22992cea45c7" /><Relationship Type="http://schemas.openxmlformats.org/officeDocument/2006/relationships/notesSlide" Target="/ppt/notesSlides/notesSlide133.xml" Id="R8c5e5c2518dd4a36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ed25837d654872" /><Relationship Type="http://schemas.openxmlformats.org/officeDocument/2006/relationships/notesSlide" Target="/ppt/notesSlides/notesSlide134.xml" Id="R2d75185aff56434c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c80961e906468e" /><Relationship Type="http://schemas.openxmlformats.org/officeDocument/2006/relationships/notesSlide" Target="/ppt/notesSlides/notesSlide135.xml" Id="R533a4c6f6ce548bd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0ce40c56a24ea5" /><Relationship Type="http://schemas.openxmlformats.org/officeDocument/2006/relationships/notesSlide" Target="/ppt/notesSlides/notesSlide136.xml" Id="Rf5a0b37820784f83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0f7bfe1334962" /><Relationship Type="http://schemas.openxmlformats.org/officeDocument/2006/relationships/notesSlide" Target="/ppt/notesSlides/notesSlide137.xml" Id="Rff9021e731104aac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79175c2e234d73" /><Relationship Type="http://schemas.openxmlformats.org/officeDocument/2006/relationships/notesSlide" Target="/ppt/notesSlides/notesSlide138.xml" Id="R8cf14157e6e44be5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9df67485a345a2" /><Relationship Type="http://schemas.openxmlformats.org/officeDocument/2006/relationships/notesSlide" Target="/ppt/notesSlides/notesSlide139.xml" Id="Rfe0b51abf14743d0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76a83a8b1f4221" /><Relationship Type="http://schemas.openxmlformats.org/officeDocument/2006/relationships/notesSlide" Target="/ppt/notesSlides/notesSlide140.xml" Id="Ra3c309c19ba34859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d8fc15b0549db" /><Relationship Type="http://schemas.openxmlformats.org/officeDocument/2006/relationships/notesSlide" Target="/ppt/notesSlides/notesSlide141.xml" Id="Ra8da74e6225a4905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f321cde0644d14" /><Relationship Type="http://schemas.openxmlformats.org/officeDocument/2006/relationships/notesSlide" Target="/ppt/notesSlides/notesSlide142.xml" Id="R942bfe43df6a40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CE3013-E28A-4021-8A26-AAE223DC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88011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7202A"/>
                </a:solidFill>
              </a:defRPr>
            </a:pPr>
            <a:r>
              <a:rPr sz="5400" b="1">
                <a:solidFill>
                  <a:srgbClr val="17202A"/>
                </a:solidFill>
              </a:rPr>
              <a:t>1-Day SOC Building and Operations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9E867-CE84-4606-BCBE-29F52E9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CDE45-3BFB-4C98-864E-E087BA21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8401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2616B"/>
                </a:solidFill>
              </a:defRPr>
            </a:pPr>
            <a:r>
              <a:rPr sz="2550" b="0">
                <a:solidFill>
                  <a:srgbClr val="52616B"/>
                </a:solidFill>
              </a:rPr>
              <a:t>Build, run, detect, respond, govern, train, and report using the full SOCSOP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27F33-9A26-49AA-8A44-D0908743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800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For CISO, SOC Manager, SOC Analyst, Security Engineer, and IR Engineer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260E2-8572-4994-96B6-2C0FE20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880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English slides with Thai facilitator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D5503-E225-4AB7-B6E7-3E99C9D4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85800"/>
            <a:ext cx="5334000" cy="533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D2FE4-48F0-418C-8429-31679AE7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104900"/>
            <a:ext cx="44958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FFFFFF"/>
                </a:solidFill>
              </a:defRPr>
            </a:pPr>
            <a:r>
              <a:rPr sz="9900" b="1">
                <a:solidFill>
                  <a:srgbClr val="FFFFFF"/>
                </a:solidFill>
              </a:rPr>
              <a:t>SOC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07942-0828-4CD0-A941-FC57D824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098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DBC03-5079-4C4A-90C9-D4B5405E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933700"/>
            <a:ext cx="4495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3F4EE"/>
                </a:solidFill>
              </a:defRPr>
            </a:pPr>
            <a:r>
              <a:rPr sz="3450" b="1">
                <a:solidFill>
                  <a:srgbClr val="E3F4EE"/>
                </a:solidFill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A4E57-AAAE-4061-9D30-326C6E09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19500"/>
            <a:ext cx="4495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FF3F6"/>
                </a:solidFill>
              </a:defRPr>
            </a:pPr>
            <a:r>
              <a:rPr sz="3450" b="1">
                <a:solidFill>
                  <a:srgbClr val="DFF3F6"/>
                </a:solidFill>
              </a:rPr>
              <a:t>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CA5CF-5F8C-4CB5-BAE8-C5DE6C37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305300"/>
            <a:ext cx="4495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E9D1"/>
                </a:solidFill>
              </a:defRPr>
            </a:pPr>
            <a:r>
              <a:rPr sz="3450" b="1">
                <a:solidFill>
                  <a:srgbClr val="F7E9D1"/>
                </a:solidFill>
              </a:rPr>
              <a:t>Respond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10209-E8B5-4457-B7F1-745802BA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991100"/>
            <a:ext cx="4495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Govern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D880C-8DF8-412C-B93B-774511E8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210300"/>
            <a:ext cx="720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Practical outputs, not theory only</a:t>
            </a:r>
          </a:p>
        </p:txBody>
      </p:sp>
    </p:spTree>
    <p:extLst>
      <p:ext uri="{BB962C8B-B14F-4D97-AF65-F5344CB8AC3E}">
        <p14:creationId xmlns:p14="http://schemas.microsoft.com/office/powerpoint/2010/main" val="7782928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821214-57C1-4210-9D81-F4CA1287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Why this workshop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926DE-7F33-4D9B-939D-C45ACA16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8CC6B-7141-435B-8726-F227CB1F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407C0-403F-45F7-A22C-D09801B9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73C0E-831A-475E-904C-D6811F0A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71800-96A7-468B-91DA-4F24CF75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Most SOC failures are operating-model failures before they are tool failures.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F5B8D-A739-49FA-9442-15643AD1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24105-D650-4189-A978-4E712EC7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36613-13FA-4A7E-B74A-3CF25905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This workshop turns the SOP repo into decisions, artifacts, and working routines.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95DE8-A9E2-4E14-9354-CCE2E8C0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0E500-EAE0-42BF-963B-B4F7096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42A08-1862-44B9-ACAA-FB78B87B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Every section ends with something the team can reuse after class.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CBB6E-8976-4647-A495-BE106B6C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94AF3-2EE5-46E5-B5F8-A1BAED7D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3F167-366A-40A4-A52F-A2A50BC9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28E10-1BC7-4989-B06D-0393383B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847E9-BCD0-4FC9-ADCC-9AD85667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6FDE59-5F21-445D-B611-5EA3A4E3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3CF120-DA2B-48C9-A1C4-9F16F110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FCFF8-92D0-4AB9-B0A8-FF735A3A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CBD0E-2100-4A4B-B753-A93C37B5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002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2A965-D8AF-44AE-96B9-C310E0C9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2A927-5BA3-4125-84F0-0A8F37D9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5916010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5BA8A5-47B8-4F7D-B1DE-C3C6D7F6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Audience map by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DDE82-086F-4FB5-8759-36CD2FF3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18FEE-7B62-47C9-92DA-07844412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1C02E-2E34-4371-A7B4-7911B598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724BA-190B-45CD-A2B9-2E9BF045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A61A2-05DF-46CD-A825-B0AAE24E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CISO owns risk appetite, funding, executive escalation, and external posture.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0A851-F535-44D2-B642-4BD01ECB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96D69-43AB-4378-B69E-8E714183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F0665-2622-4CFA-92FA-C78C1B69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SOC Manager owns workflow, staffing, quality, handoff, and service delivery.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C75ED-6CE4-4121-B318-F714836A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8EEDA-A7BF-403F-B962-575D4F1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AA2FE-1388-494C-98DD-79346FF3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Analysts, engineers, and IR roles turn alerts into evidence-backed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ED949-471E-4BF9-9D88-8DD239C8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25555-2DDF-4B52-9EA5-E9E8BE95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7D334-9D64-4E92-B790-1DF797EB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1E360-B143-43A2-A3A8-6F504FAD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5A534-B666-4791-942E-A02915C3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4EA1B-6679-416B-9CE7-B47F6534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AB65D-E055-467D-BDA2-04335953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FB89B9-44DB-4DB8-82BD-EB0C92F3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BB7F9-C8DA-4653-B0F2-DA64299B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AECFD-C891-4205-A458-EF6DF00B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CB53A-8181-4A51-88EB-45EE0BCC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20083837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4C115A-AA5E-4131-8517-A41C5D6C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54E52-4CF0-48AE-92A7-4EB8EBC8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EA54E-AA49-44FA-9BC0-FDAF50D6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C9804-594E-4FEB-9E21-CA92BC9F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8B0B4-FFFE-4EE7-AFFF-3F04AE81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B8080-36E6-44F9-BD5E-765F35E8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Design a SOC blueprint with scope, telemetry, tools, and ownership.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E4EEB-2081-47D8-ADC7-3A3C32F0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BEE4E-6AF0-4AD0-97D0-FAA19C84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FB4C1-F3B5-4449-86CE-1FF967B0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Operate alert triage, detection engineering, playbooks, reporting, and governance.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23C0C-5AE5-4075-9E49-BF493FF0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B0F05-16C1-4576-A114-8845D833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90770-0819-4405-886B-2FFC6CB0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Make defensible legal, executive, and technical decisions during incidents.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4A3EA-1261-454B-BFEE-13BC1E61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4EDE2-794C-4D1F-8AAC-E122F8E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1F683-A0A4-48E2-8943-83BF362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8093C-D4CF-4104-A38E-B59B3816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DD412-B7BC-432E-8BB1-F54BA7E8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C343B-0DE8-4E12-B379-66C0978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3C067-88CC-4F50-8C2D-A6E53643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D7D80-1939-47DD-BB85-2063119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C0565-2D7A-4397-8E21-B8DF8A4E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4829F-9551-4EE2-A939-84E14EA2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12805-928A-4836-9283-5500C6BF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5617220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B7B8DF-F8C9-4B0F-AC53-0F71B27C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Full-day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6CF73-2D74-4BF1-88EB-163B0D19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67F45-8CBE-467E-A7B8-A46D157C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1-day teaching cadence with embedded workshop blocks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9F676-54C3-4877-B951-179077C6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09:00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85B78-F989-458C-BB0F-E8EEE2FB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1F5CA-5BBD-44FB-9FFD-FD90C7DF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7640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Outcomes, roles, repo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35C9E-FB8A-47FC-B952-5EF54D6D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09:35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055BF-0D25-41B0-B06C-A90D87EC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EE4E0-9ACB-4B37-BB81-6ACCE27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Foundation, blueprint,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367DB-8F94-450B-9815-6D23FBFE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10:45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97C1F-3C51-42FA-9060-DF595347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710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Operate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C7DB4-8EF9-4765-A3BD-ACBE4ADA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6710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People, shift, tools, budget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C8173-804B-4CBC-8337-D065950C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13:00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A502D-1053-4F3D-AC59-18AAD6CE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6245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6D3C2-DFB5-4593-B76E-8670F73B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6245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Workflow, detection, 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48F07-4F6D-4506-AED7-B74E8D2D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15:00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727BC-7851-42D3-B600-87EA08CE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5780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Govern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8FE9C-DC45-4BB8-99D6-16F87EEB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5780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Thai compliance and 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E9540-B545-4ADC-8DC5-22B972A6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42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15:35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38F6F-14A8-4906-ABDC-5F602762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153150"/>
            <a:ext cx="2190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</a:defRPr>
            </a:pPr>
            <a:r>
              <a:rPr sz="2100" b="1">
                <a:solidFill>
                  <a:srgbClr val="17202A"/>
                </a:solidFill>
              </a:rPr>
              <a:t>Apply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D1F10-8967-4149-B5AB-F705DD7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153150"/>
            <a:ext cx="12725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</a:defRPr>
            </a:pPr>
            <a:r>
              <a:rPr sz="2025" b="0">
                <a:solidFill>
                  <a:srgbClr val="52616B"/>
                </a:solidFill>
              </a:rPr>
              <a:t>Capstone and action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960ED-3C6F-4222-8DD8-B9A8843D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005 / 142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7D348-FC3F-4298-80DB-3976AFA0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06FCC-8A39-47DC-B9AA-38167162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5575580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FBCA26-E561-43F8-B14D-314B3760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How to use this deck during the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A65A1-4869-47B2-8739-5200787C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CD07E-AD09-42A7-B271-967FFE8B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A8E1A-FAF7-4039-A392-1320B42B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535CC-DB63-43A0-93A7-4E5E318C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DF44F-4153-4101-BC4D-25DB6818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the operating decision this topic must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85E46-1EA8-4BAE-8F23-796F9592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06C7E-A791-48BA-BDB1-DA07EBC9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EFDF1-4C67-45B6-BB3E-0B7371D6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Identify the owner, evidence, workflow, and expected artifact.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270F6-9F46-4C00-8FF8-8512DD46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766B4-9CCF-46A6-BA26-D6D6A8D8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F1C8D-16BA-4F3E-85E0-9F1C0C93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Capture the gap that becomes backlog after the workshop.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1A1E9-8868-47D2-BCA7-2BB63C93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3A4E0-8C38-4E3B-B62B-0398DB0B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E78D6-CBEE-4EE0-8FCE-37F49D4D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94E74-75EC-482C-8A95-65362BB2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37EB3-DF35-4D04-A777-B3CFB669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55D5A-576A-4117-92F7-700A57D2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B4B6C-0994-4E80-A139-C1430032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DF179-3C58-4AEA-BD72-3347E49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1BDDF3-9FDB-4A4C-A5EA-AA29EFE2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006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68C99-797E-4F62-8EA3-644EC1C8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ECCA6-F98C-4280-A231-2325DC81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0287066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4CCDED-3323-42AE-9EDD-3E8D7FC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How this repo maps to the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6BDF1-8A4D-454D-AD36-B2A667F5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C831F-34BD-4764-9F16-202F0F1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C2850-F438-40DE-9F3D-F173A870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311A7-F9BC-450C-81F6-4AB0FBB8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B653E-E43B-4640-B9C9-14DFA76B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Build content comes from SOC fundamentals, budget, architecture, and technology guides.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ABDA0-A0CB-44E0-8398-D17AFE08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FDFC9-5DA1-44BD-A880-1E4EFD96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73DBD-99E6-4D3D-8C9D-1A17351F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Run content comes from operations management, detection engineering, and IR playbooks.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CDEF7-FE5A-4870-8ACB-D1AC7138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6A699-B0F1-4212-B2A5-F2461D1E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FDC72-5998-44C9-A9BB-EF592475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Govern content comes from compliance, reporting templates, and training modules.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740E3-321E-45E9-9F75-4F3EA7B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B4214-B3D0-42CB-B9DB-1694972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66474-8F60-45A8-A4FC-5CDB1569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9425B-6C3E-4C82-8354-D1596F86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01DFF-FB6A-4C95-AB7F-203FAEDA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3D4C4-ED4B-4897-8BFF-D2D47579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A3DFD-C8DC-47DE-9D7D-64B7EB09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C1AB4-BF29-4798-A014-02307D5A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F5B39-E2DB-4591-BED4-A2D3FBEE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6688A-D0D8-4EF2-9FD6-EADB554D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FA53C-0556-4CEC-A829-FDE2F93F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443091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386D89-B778-4BD3-982A-B3983363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Workshop rules: practical outputs, not theory 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54E74-523F-4135-8620-52F73450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FF86F-8E65-4276-A36D-4EBD9621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7854B-E2BD-41AB-95FF-F8E655E9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39BCA-1905-4F62-A60E-02C1C5D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8F1AD-FAF2-4C97-AEEA-01C56150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the operating decision this topic must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4BEB8-AE5A-4582-8528-7A87E685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C5480-E2EC-4327-932E-C96F08F7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3A78D-4568-40D2-B2A6-3ADAE096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Identify the owner, evidence, workflow, and expected artifact.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458F3-99EA-449A-9EA4-2BCD24F5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9BF04-F408-4D78-9B14-FE3E1EF5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E93ED-45AB-4066-9233-1ECAC263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Capture the gap that becomes backlog after the workshop.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60F40-36C0-4517-BBB7-2E28264F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B6FF2-5C34-41D1-9185-77157EAA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C1228-82A5-4975-814D-83CC48EF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296C0-437F-4181-8126-65F25F52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0C2E3-7CF1-4585-8FCD-31C3195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C1B66-942C-4C13-9035-A685B60D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FC337-70AF-49A3-A0C0-AC00252A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70C6D-F494-43B8-BE80-3146EF21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A8F15-2424-473E-97A0-1EF8E62E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008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E5F0B-3F98-4188-8737-F9A7190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Opening and Workshop Framing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3CE53-A303-4CDF-BBBB-77FF9D22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9278148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20816E-DBA5-4F33-8E80-396991D6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What a SOC is and is not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C6826-85D3-477B-9B91-8CDCC91D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1E6E6-6A09-43B3-9336-272AFCF7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BA1C3-F4E3-4D45-A37C-DC6399F9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72EC2-DA52-4B3D-9B82-1CE8FC3E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6DE02-A528-4714-AA2A-FAF29C22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 SOC is an operating capability, not a room with dashboards.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2C839-24C4-4DFB-9AF6-FEA1054C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BDB15-C106-49A8-9032-A551FDED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FC8C5-8FF1-4299-B841-4999ABC2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detects, triages, investigates, escalates, coordinates, and learns.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7A958-1722-440D-A674-6F7521D6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872C0-A06E-4048-81EB-5DC05F5A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EDBEB-CE9F-4F60-ABAA-8C345C30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is not a replacement for asset ownership, engineering hygiene, or business decisions.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35F64-C083-4ADB-A887-63805991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E9B47-08B2-4AE6-837E-FE4349C8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E694B-AF97-4C55-88B3-AC146842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FDFBC-F05F-4752-8657-23E32192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94931-A1A1-4EAB-9A47-0CDC60A5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9F38C-79E4-4E5D-807A-74012826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9C7A1-1D3D-4BAB-B49F-D0CCB71F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2EC35-7FDA-4B55-A04C-7364F86F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BC503-FC31-4E68-9646-ECB6A8FA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009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2C0F8-EFCB-4707-9D3B-364F28D1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17038-88EE-4C70-84E1-437000B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7716712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3BB88A-A576-4BE0-9045-A5EAA7FD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Business outcomes of a SOC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23B0B-1794-4B42-828C-CAF383DE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1CBAA-B416-495D-B95C-2D1ADE95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07A5E-CB41-4E10-80F1-40372379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B2F47-B1CF-4538-AD32-E7615923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8C573-DB69-4750-9050-8BE68DC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Reduce detection and response time for priority threats.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9E377-D86C-4545-8016-698925E3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EDA8F-5E82-4A07-B5B4-61073384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F7625-DDC3-4D46-AAD1-5A75D9D1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Create reliable evidence for risk, legal, compliance, and executive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9B078-31C8-4771-ABEF-7417C2BD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6F754-05F7-4E90-A302-5CA30742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50EC4-D39A-49DB-B70E-737F050F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Expose repeated weaknesses so remediation can be funded and tracked.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7FD54-D5D4-41A0-BCA3-E9CA9FFF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D45D3-4C63-45DE-9DA8-622EF832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6C7DC-1A52-4B15-9875-D79F5793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DF40B-412A-49FB-8563-035DB486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1A4D8-7DB5-45C9-BA0E-DE808105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DDD17-8791-4F5D-B236-19301079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491E2-0CE6-4208-ADC0-73917E9C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22EE7-DA5D-4055-A5F8-AAA8E06D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F7757-9F70-4C51-8274-36BA6088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010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F22C3-FB27-422A-98AE-56A29299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BD657-D231-4E11-B57F-4FB70042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3072551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E68D63-3CC8-4778-9D6E-23AAE4C6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SOC service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1B453-2544-459B-9B20-4393CB19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59AB5-162C-41E7-8E8A-24C80140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37464-E2CA-4625-8CB1-D4CB30F0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91850-4B1D-4214-8CC2-7B781F89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055A0-C010-4632-BB73-70E36FC9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which assets, identities, services, cloud workloads, and data classes are in scope.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C8F85-F767-42A4-BE0F-1676A0C5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E8E9E-C45D-4EF9-B0AC-A73BE40C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0388-BA45-4BA6-8018-5A8EF7CA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what the SOC can do directly versus what it must request from system owners.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46308-9DE0-47B2-976A-11089F92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309D1-32DC-4586-8115-34DCFEF4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E40C4-A9DB-47AB-84B8-D2AC9923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Keep escalation paths explicit for containment, shutdown, notification, and public statements.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E7288-47C9-4274-8E03-10897771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0599C-EE72-4878-A5E9-E5F706B0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05B25-8F7D-4647-A1D4-727EDBEB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39B25-EC30-42C3-A82B-868CD6F7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953B2-4CCB-44BD-BE51-8E47054C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23744-018D-4C9E-BA52-11981531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404D3-0E2F-44B2-BDF7-FFB51EE9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5573A-E204-4B1D-B64C-E1757844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59704-EE41-46F8-A914-7410EDDF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011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F229A-0950-4EC8-B262-128A3B8C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B1612-7B3E-4E1A-842E-1D2E5224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921844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C0B9CF-E6A2-48B6-8B88-67D869F4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SOC maturity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764A9-5951-4090-BE3F-F293B429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A3C87-5F56-4A5B-A1F7-2E591342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81E1F-1A0E-4EE8-AEA4-4A24FBE0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C73AD-8B1B-446C-AFF2-18CA5AD7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E249D-E143-4CC8-9B3F-A51509E7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Foundation: scope, minimum telemetry, triage routine, and severity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D3A6C-7B66-4095-A199-A45BB892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83725-6F90-4B2E-BCF5-6F3FB266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93E3E-3415-4629-99E5-99508B25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Operational: playbooks, ownership, tuning, reporting, and regular exercises.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E01C1-1714-4F1F-8D8D-4C058415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EC2E1-993D-4A85-9AEF-A6D8BF4B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DD242-D46E-4B81-83F8-66D4C348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Mature: coverage management, automation, threat hunting, governance, and measurable improvement.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DE04A-4FA3-4DAC-9756-75168CB8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36789-FC33-42B9-ADCC-E10A42A1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BF5AD-E143-465C-810D-BA58D1B2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C5BFD-59CC-44C3-886B-5D6884AB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E6C54-AD28-4487-9A9E-1CC138E1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5672C-578E-48A4-A371-6C8E3A01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CBA7C-D364-4BFB-9AA4-F1A76B2D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9602D-3220-4367-8EB2-E696A96E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8B884-DEF3-4744-ADFA-FCC374A4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012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867B2-621D-4797-90CF-C1356846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620F4-619E-450C-BBAD-16C73A0B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2589811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BA329B-1D5A-4E59-A000-2DCC526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In-house vs MSSP vs hybrid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604EA-6D80-4C9C-A0BD-03BE41DC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794FF-5B5F-4A14-86E6-DA6DD84D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7905E-BD1B-45DB-BA75-C95110A9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F60B9-4161-4133-A417-FEA60DC1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A41D8-367E-4BDC-A35A-F9476E63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In-house maximizes control but requires staffing, management, and content maturity.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0A665-D7D9-4256-9BE0-0D751051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DA023-2208-4DC6-AF09-691C5375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341D6-F1F2-4EDC-8579-52FE4B0A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MSSP extends coverage but cannot own internal business context alone.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AD812-6A23-4314-8846-A52D00D3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AA187-5EBA-4FE6-B5B4-F6FC9192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3814D-9072-4C0D-8828-B6D99161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Hybrid works when internal owners handle decisions and the partner handles monitoring scale.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C6759-05A1-42EE-842E-21C6198C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A001A-B320-4095-9F1E-C3700D2D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C74DC-D3FC-4554-A214-B6F4F6FA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B7889-063A-4C9A-AEFD-549C2A84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A547D-C97A-4897-B318-23EDA6B6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81BB9-4AAD-4BC2-85A9-12D17176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4BFF8-3452-44EF-BB81-B9DA2DA7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6D817-1B19-4687-8640-FAF35957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70635-9A5B-4941-B191-C82932E4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0F463-6293-4AF5-BA9E-9015037A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94B29-4858-42A8-BD64-4651DAB1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97932259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AE364F-186C-488F-A4B6-EBBC10B0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When each operating model fails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EEBE8-2D9E-4F5B-B658-C46913C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54B57-1B2E-4327-A33C-5F8CE8B0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13B75-FEFF-47E2-AFD9-173C72DD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69279-3407-4CC1-A620-0E0CA841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135DE-EE44-4A08-B54F-333A106E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In-house fails when coverage expands faster than staffing and process quality.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8AB07-F665-4C98-AA9F-1833E602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4A18C-AFF9-419C-B341-CA7DB539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B0947-4BF4-4E1D-9041-E0655147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MSSP fails when escalations lack asset owners, authority, and evidence standards.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A2BB8-0382-4A60-B530-B87840D0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456AF-D4A6-464F-A723-94C4B86D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8F5C2-445F-4883-A96E-5D0C4EAF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Hybrid fails when responsibilities are implied instead of contracted and rehearsed.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F6CB8-8F5E-4E51-BFFD-C567E695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8C1B6-ED4D-4814-AA26-1F67BA5E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3F976-40CC-4717-ABA1-CA263F3B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1420A-D89D-40B3-80E1-864E1010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6F415-9542-4C11-A915-6E73874D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6A20B-1EFD-4F5C-A9F9-0FA078FE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832E5-49A0-4A06-80EE-D27803DA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734F9-FF43-4067-8328-E70F6912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A1D59-594D-46FF-ABFC-05425EC7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7E723-1F57-439B-89C8-E3491A19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7AC20-18B4-42BC-B4F0-1FD94B5A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4647371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A18589-406A-439A-9938-3A56F6D5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Minimum viable SOC vs mature SOC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9AE88-270A-4A99-9342-9D4E0A90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A4F9A-0D0B-478D-BD91-FFAD31FE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DE7BE-5270-4739-8512-2CACC6A6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CCC8B-D75F-42C5-A89E-860462CE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B1F8E-1C79-4EEF-91DA-8D01E00D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Minimum viable means critical logs, critical detections, triage, severity, and escalation.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4AA65-D659-4664-A7D2-364DB3B9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0698D-529E-4D75-B829-15EEE97A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17B6E-A04A-42EA-8BDF-DEA3F1BA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Mature means coverage lifecycle, response governance, engineering feedback, and board-ready reporting.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6ABCA-1403-423A-8918-70B285BA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5B2AD-5A50-426D-8055-5ED3D806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4B028-030C-4D5E-ADF8-12E2C89B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 not automate a workflow the team cannot explain manually.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1C339-9EA3-488C-A59C-BE4899C0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B378F-EC8D-4816-AF33-2358686D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CFCF3-8097-4E4E-A822-AD07BF61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F56C6-47B1-4895-BC00-F59F7AB0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B4193-A3DE-42B7-A209-1A509906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0C3A9-3072-4CCB-BAFB-E67E19F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FB7EC-51CB-48E5-A439-F412F1DF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AB07D-F1CC-4365-A046-6DFB74E7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14EB8-0057-4674-A9F2-AAA06E18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A728C-7DE4-42CE-A8D8-8345D65C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CF8BB-14E8-41BF-A77D-F1A3FA6C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2785338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519A94-70A5-4F1C-9328-8281F8DE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Core SOC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16C32-0904-4DE8-A527-7381F912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0774F-2D3E-4F09-A71F-303E51F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5EAB8-1367-46E9-BBDF-0F384D06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63D6C-27BD-4040-8BDB-B2DF790C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06A40-B991-4153-845C-3BF49ABE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Monitoring and triage: alert intake, enrichment, severity, and routing.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3718C-E24C-4665-BA54-F167B465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41322-C03D-4FD0-A688-25300FA2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582CD-BF27-4D9A-AB94-906F44BE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Incident response coordination: containment, evidence, communication, and recovery tracking.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429E9-5412-421F-9957-22D385F8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59C67-9E8C-4716-9E7E-4E87315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429C5-41E9-4A44-B651-1A32E364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Continuous improvement: tuning, detection backlog, telemetry onboarding, and exercises.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47605-8CBC-4C70-AD6E-15B6A6F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0C5F1-3F5D-4399-ADEC-A68FE967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D202F-2FAB-4001-B194-C390B428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1BDE9-8A43-46C1-9307-789DC4A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70BBE-C5EF-4FE5-9492-354D2E95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E2A1E-814F-48E9-B83D-5C9123E1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0778D-E680-4E81-BDAA-36969FAB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AB30A-470D-4062-BF06-1DAF4994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3B325-840D-4A93-8FC2-30C9FC06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016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1D855-2174-42BA-B7E9-9CE2880C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3897D-85E1-432C-B915-2C568619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43698132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19AD02-B21C-4968-94EF-5A580597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People, process, technology operating triangle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1A0EF-17F3-4B86-9FC5-19F4E241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085A6-D274-496D-891B-B76CD2C1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DC664-B8C0-424D-9E66-32B732B1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D5794-545C-42F1-B575-EB5C467B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2968E-30AA-4AD6-BCD2-75313247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People decide and execute; process makes decisions repeatable; technology provides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71978-AB3C-42F6-9B2D-CCD8176D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A3BCA-57B9-45A9-B6A2-CFC185E8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777BB-5971-4857-85F2-F2A58CDB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Buying tools cannot compensate for unclear ownership or weak escalation.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B9265-7073-44E4-99AB-352EE32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87560-2627-45E3-84B3-F2114EEF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BEBFD-1325-47F6-9686-42C2CFA3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Strong SOC design balances all three before scaling volume.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9A1D2-A1D2-4CC5-A374-4EEB8308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810B7-7CBF-43A3-89B8-2024E718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04F91-405F-4618-B4C5-876E3279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5230A-E448-4A94-A840-FD842CA2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E484D-A1D4-413C-AF6C-191F231C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68ACB-451F-4CC8-8774-D82D73F0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AC016-3BE0-44A6-9A7A-167F6456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E70E7-357E-468B-8B82-ADF0DDFE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43A3F-6525-4E2A-A4D4-62F109A7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363EB-752D-4E59-8C98-4D98E8B1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643CF-91B7-4764-B962-F8FB2827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10061622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41AA64-F080-414F-A6C7-FD0D9120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Common early-stage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988D9-B769-4F3D-9D67-9B5CAB3B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10BAC-107A-41AF-B948-739871C4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7BAC2-DDE1-490C-8CD2-96A84DE0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1697F-CC9E-44A2-8F54-7F7E12FF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3144E-5BCE-4B40-A8CF-5BD9A45C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Tool-first implementation without mission, scope, or log-source priorities.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912CA-0E28-4C9F-8F9E-E4122CA0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A9A03-7799-4A6F-AF12-C911E629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4A391-51D4-4BD4-8248-A3C869F7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No severity matrix or decision owner for high-impact containment.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B30B8-0116-4E34-BAB2-675CA8DA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2EA97-39FE-416E-8B6D-6066ABBE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63EF6-C3ED-4E2D-897A-5371DCD7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Hiring analysts without runbooks, evidence standards, or escalation paths.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AEBE7-DCFC-486D-A811-7ED8A31E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16006-D7A4-42E9-AD0F-FD705F59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B4D11-CCF0-4784-82EC-40D680F3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7D613-4BB7-4974-A83A-57C9990C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E8EF0-AF63-4F29-9E70-460057B9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166A2-4E4F-4D82-8CC2-59E7E275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9340F-F2A4-480C-86D8-F0548C54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AC3DE-7A7D-457A-8207-BC8288BF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D5457-E433-4C0B-BCC7-AFAE30D5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018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7314F-0931-482F-8740-31696C61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76B86-0580-4FE9-9E5B-D7181DC2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48272040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79FE0A-648D-4DEC-AB88-439E1425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Common scale-stage mistakes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EBA38-D66E-407D-849B-58E5C40F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1362F-B13A-466B-BE52-BB48908B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B128A-5F74-49A5-8103-1BC1539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C73B1-EEF7-422B-864D-18FCE566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2BA7D-A905-465B-85A1-7E9310A8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Alert volume grows but tuning, coverage management, and handoff quality do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59751-590B-44D4-8F71-3109BDBF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7B3CB-133D-4B3F-BE18-B2205085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2E3E7-F19E-4FF5-84C7-26EB351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Reporting becomes activity counts instead of risk and decision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09E0A-1E94-41C5-92B2-BCB41D55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5E17F-DC32-4346-9CE6-D151070B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49FB2-5B3F-4050-8A19-8BF0C0D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Lessons learned stop in PIR notes and never become remediation 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3A726-E757-493D-996F-DD798096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663FB-5B69-4F21-98B7-E09CC715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CF7B1-CB3D-428E-9551-7EDA6C66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FBE0F-9343-4E92-91A4-3A43EC94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83A2C-0110-42B2-8708-BD811FE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97A9D-6711-457A-97D9-6D33153C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86BB3-1CE9-4B2D-AAAA-B70D0A78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A40F2-8846-4DCD-A580-D3E88BC4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31810-38F6-4E2A-B063-215453C0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019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6711A-1AFF-4963-B299-80843394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EB131-54FA-4F0D-9F89-A11A9684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42229621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ED3C64-6A87-464C-9353-4ED4753B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SOC maturity comparison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CB2BD-866F-4D8D-830E-7FE60DC4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22BD8-4709-42CF-9F6D-883AE790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A076B-3451-4D7E-B447-B19312DB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A33E3-71AC-4D8F-A5CC-3AED2371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71BD2-DB77-444C-A824-BD1043C5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3DDD1-1705-4401-BA2D-FCFF7E91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Operating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82976-D93E-45A5-B631-1F75733B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06903-91F6-41C9-A253-9ADE9588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Primary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E0FE1-314D-4E64-A864-878830FE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35C46-CC0C-4CF4-9437-062BB9FC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Next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60A93-599F-46E5-A9AB-11DE74D9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125DC-6DDA-4F12-B70B-9D78FC3B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Foundation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E63A1-83B7-405F-8FC0-6CD6945A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D7A66-209D-4036-B0BE-D9B2A5F5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Basic logs, triage, severity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A9312-CBEE-4915-922B-3C07429D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14031-865B-444B-B04F-FC403724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Blind spots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1F874-13E9-452C-9B5D-515F8586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BD2AF-4F3C-46A1-A54B-49D96DF4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Prioritize telemetry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AC3D3-5DBF-4910-BBE2-23AC6AB7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F3C91-7DA9-4AE9-BA80-3341FEB0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Operational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AFDA9-5317-491E-A08D-2EBFE9AA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2AF0D-994F-422F-9084-B631734C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Playbooks, handoff, metrics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212A3-F46E-4646-BDF9-457184B1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0E9AF-CDD3-42FE-A120-6AEBAD47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Quality drift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FBE9B-71F1-489F-80A0-A97CE5F4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F4B2E5-D202-4259-A836-180CCFDC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Tune workflow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6478AF-E33B-4DA8-AF73-38F0F0A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9B4B8F-5437-4BF1-B004-7DB3B7AD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Managed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BDC4D2-1685-4BBF-9B68-94407C39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B402F4-0C40-453B-A719-6E1B0D28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Coverage, governance, exercises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173B4E-0E38-418E-AD11-A2D17025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B39C1A-E03C-47A7-9E44-042A2424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Scaling friction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DEEE65-E1C2-4852-91F0-2CFD1931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2CEB49-FFBE-414B-B072-1F3FF6EE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Automate carefully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137FE0-AD61-4E00-BAD1-6E921C5C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BC6D0F-F99A-4DF4-8CCE-29DA72A1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99B824-B7B1-41CF-B013-BAA9DF42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2C46A9-26E7-4CA3-85F8-762D414B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Threat-led, measured improvement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DCFD66-9F60-4EB2-AB27-70B8E672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DEE051-78CE-4888-8B60-6AB84913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Complacency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B7FEF0-DC13-462B-B936-3B0CE92B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19DEA7-22D6-4CFF-ADFE-5A021D65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Review strategy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14F399-1D62-417E-A15E-F7553100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020 / 142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4DB211-1A2E-4C87-804B-AE47170D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26EAA2-F16E-44DC-A938-83606761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581025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66918499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B65237-CF36-4E04-939D-16CD0F46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operating model comparison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EBEBA-C641-4533-91F6-B7CC2BB8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9F78E-F767-4495-B7C7-03700FAF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D20B1-E7C3-4657-96AB-1ABC70A2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7611A-26F4-4F45-85B9-29092B44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9AE0F-D43B-454E-8EAB-F5A505C6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E936F-7FE2-4BE7-BB89-02231D97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3C670-3E93-4800-8063-F1C96FE8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F2BA1-E293-499A-97EF-327544BE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4B293-7815-4F20-8048-185719C0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4FA9A-3ECE-4E0A-8BD6-99456DB1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Use when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AFFFB-8C35-4B36-8FDC-068B40B3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BB12F-91F9-43B3-98C6-48DDDD87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In-house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0EDD3-2A48-4552-97C3-2BC7E638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3EEF5-C225-4427-A59C-7474777E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Control and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BB8C7D-4100-47B1-A22D-382E6D0A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679E5-5388-4779-85DA-B6FF772F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Staffing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34FD0-F35E-44BB-AFD6-D9FF2D6E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4670F-C919-436F-B91D-8E1944F6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Regulated or complex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6ACF6-BBCC-4AAF-96A4-8D8349FE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EA10B-BD36-4902-8EF9-071C3665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MSSP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77714-7C78-4EA0-9176-0D5A5BAE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8E1224-016D-4513-8691-F3977B35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Coverage and speed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1F8AB-8AB9-41F8-BEA2-5EFAE457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02FF1-6A4C-4635-853D-703FE647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Limited internal authority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7DCBEE-D762-4DD3-9B5B-A8B29C3D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6D833D-1A07-4A3B-9028-316A492C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Small team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1CB825-F34E-4165-B26D-9B73307A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91190-F1C0-4FB4-A27B-0835E4E9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Hybrid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4B8271-1FD9-45AE-85C2-09EB144B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17347A-14A7-45C3-8CAB-35065409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Balanced coverage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76469D-89D7-482F-A4D2-83DD4B99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E9DC3B-0D6A-4C38-992C-7B3A2166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Needs clear RACI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0A8040-F979-4D70-B5B7-6DCE80F7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3827C7-7D4D-4EC0-A05D-DFA14D9F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Most practical start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2BD744-6DC6-4231-9D5C-334412DB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021 / 142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D5A340-B38E-413A-93B2-04048CBD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1015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9E9475-E9D6-4AA4-9B8A-30CDB98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501015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29652999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57252F-A41D-4A20-A187-4FD3D228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Workshop: define SOC scope and target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97DC7-CBE1-461C-A246-3826E44E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46AED-A13F-415F-87CF-6DA6E025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5F9C3-7BBB-4B69-A9E4-378FAC40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A15A1-5602-414A-AE22-96DE2B0B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35BC8-3E30-48B0-9786-CDEF0C31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5FD43-F6AE-4566-8261-5ABF8358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C2D5B-D8A0-4FF6-B891-954B874F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86E03-CCAB-4211-AD1B-C30B8C14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DFAF1-04E9-44D0-BEFB-404067AB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278B2-95A8-4091-84A5-274321E7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82E33-9F1E-43F5-A41A-7E32EA0C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F1506-7997-4912-8EC1-D7DAE901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4CA95-B0EF-482F-A9BD-A5DF18DC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1336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DFC39-2BA1-4C6C-975B-8B080DB8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30C7D-F3C9-45BD-82B7-0095E055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0480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DA296-FB97-4572-9AE3-EC879E0B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56198-B45B-4C5A-8CC0-3D9A0AE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9624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A3DE1-1517-43D6-ACE8-6547087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B3DEAE-1498-4E13-9DFC-6B216800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8768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082B8-C382-4B3B-A215-299283AC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D5FCE-ED88-43BF-A6A0-BCFF112E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7912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FA05A7-1874-45A5-9915-3B5A8CFE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436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96367-74FF-41C1-A44E-3604F039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0560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C10993-CE62-4F28-9CD7-714C648A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022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C7CFC-E34A-41C5-ACFA-94FBB7D2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245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Foundations and Operating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767EA5-DC61-4C5A-B122-E2660916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9601200"/>
            <a:ext cx="29146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00_Getting_Started, 01_SOC_Fundamentals</a:t>
            </a:r>
          </a:p>
        </p:txBody>
      </p:sp>
    </p:spTree>
    <p:extLst>
      <p:ext uri="{BB962C8B-B14F-4D97-AF65-F5344CB8AC3E}">
        <p14:creationId xmlns:p14="http://schemas.microsoft.com/office/powerpoint/2010/main" val="133291737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EB9548-491D-4345-A238-9092ECE4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What a practical SOC blueprint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2D993-2D5E-47F3-8868-A6EA7281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58642-0F0C-46A9-9BCE-641CA7C7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208EC-E22C-4B21-A913-069BA621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E1539-1E15-4B51-8FEA-520114FA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83C55-911F-44B1-8D9C-E8DB468A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shows systems, telemetry, tools, ownership, workflows, and escalation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3FCAA-C077-43A5-BEE5-9E358124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C04C8-EEA0-4081-916D-6D20E1D0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50BBD-898F-487D-8639-FD727EF2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identifies what is monitored now, what is blind, and who owns each gap.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FA811-3C8D-4278-BF28-F305A1D3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9C5E7-3543-4483-9C86-23AFF649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BD03F-7178-478F-A40A-521DAFC6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is simple enough for executives and specific enough for engineers.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D8C0D-CAB4-46E7-8920-65576850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68716-9EA6-4B7F-BB99-E07086C8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2110C-528B-4698-81F9-024558F9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218CF-867D-4124-9F2F-C454C0F4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51F7C-62EF-4F20-A8EA-C2265212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383F6-BF8B-4CD5-AE70-5001AEA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F0143-B534-427E-96F3-C5699F21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FC743-5C32-42D1-A897-34CB355D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B656E-C3E1-4BF6-AE6E-020C2FF4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BA2B7-340F-4E48-A08D-33F1CB69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89307-A572-4DD7-893F-F2D039D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82658595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2A5542-0D11-452E-A5D5-57602C25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High-level SOC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22DA7-096C-4902-82FA-A01D6595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E5864-125F-4128-ADDC-15342952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0FD36-894A-45C8-9A2A-1C839D29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E7AC2-E0A0-412E-84CF-407DA565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B3B71-46FB-44F7-95C9-AD312A6F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Telemetry sources feed collection, normalization, analytics, enrichment, case management, and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4953C-384B-4F03-B99D-BAAFFD59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07E80-9D75-4975-B9D4-F43CE48D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41B56-DE05-46F2-94E1-740637BF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architecture must represent identities, endpoints, networks, email, cloud, applications, and data stores.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BBB06-8B10-4F55-8B71-0D2032F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E4AC9-7B64-476C-B5A1-F6FA1A61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07D8C-63CF-47C6-8B85-45B139B0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Control outputs include tickets, containment actions, reports, and governance decisions.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0330A-B216-4C55-B22C-CCADE52E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AA22D-A30D-4734-A4A8-A2F33E43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70EB4-C9B1-4978-ADF2-1EEDC5DC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FE277-799F-4CFE-A0D2-F4C8A47D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AA179-501D-42F3-8BAE-1A765CD2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96ACD-6A7B-463A-BFF9-BBA573DB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A6DF9-2CEE-4960-8E8A-7A7197FE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EEBCC-A53A-4B29-B259-1DA7618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EA243-32BE-4726-B35A-FE45B947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904DB-28E6-45C3-AE06-7FAC62B0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3C59E-71B6-428F-88A2-2C6B85A8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44717400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D0A5B9-42D8-49BA-B5C2-3E7398C9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Telemetry pipeline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B11AE-9A9A-4BBF-93D0-570DA674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B1424-69B1-4ED5-B26C-817960D2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5C867-03AC-483F-9F12-41495219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39384-B0C7-4BFD-AE99-634C1873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49E0C-11BA-44A1-939A-61806AF8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Collect only what has an investigation, compliance, or detection use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056AF-33D9-429A-A65F-320A36C5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80012-5571-4C2E-97EF-30C1217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1B499-3BC5-4754-A7FD-5431298B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Normalize time, identity, asset, and severity fields so evidence can be correlated.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68418-F95E-42E1-A749-7D292E19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6DA6C-2BCE-4D5E-B986-4B93C7B3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0F545-A489-42B5-A416-072E69C6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Monitor pipeline health because missing telemetry is a detection failure.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137FD-4B46-40B1-922B-EB5C90DD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F9780-0987-4D40-8E1B-5B2BFF83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FC04D-2CAB-4B88-9CE1-770ACDB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0F8E0-F0BD-4727-98E1-C448C2CF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6454B-DE77-44C3-9E58-CFA5641B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F4A10-28A4-4CD0-9E73-EC9B3BAB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F202C-61CF-4A9A-A1F5-743573C9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505A6-61BA-410B-9A10-98ACCFF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7CB20-800B-489B-8E7A-84FBACD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CF029-6C95-4BD6-9EF7-BF73E3C4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E21EA-CE9F-4977-8722-4A721241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71811868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81340E-2AD1-4802-B5A3-42C2A068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Endpoint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06E78-1326-453C-BED9-EBB8C1AC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D5249-5A1F-42C3-B96D-58CD10B9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14BC3-7C45-4455-A783-3F014401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55F3F-EB3D-4176-BA8F-62BE0EEE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D5692-1F4B-4398-ACDF-AE6B84DC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Prioritize process execution, parent-child process chains, file writes, persistence, and isolation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90730-4805-448F-8766-8DAFDB9F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29D79-A4DD-49B7-BF1E-04AAEFE1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9110B-91FC-4E01-BB28-9C9CC9FF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Endpoint context is central for malware, ransomware, credential dumping, and lateral movement.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BD6BC-46E2-412B-BA04-B8AD47CC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233D0-08A2-4276-B100-9707E4BB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AD708-0AB9-4BED-B6BF-39B9FDC0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who can isolate, collect, reimage, and release endpoints back to service.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36142-3D27-4E68-92BB-53D378C2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05802-6167-43D8-B3BC-94C9F376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7400C-F88F-46F4-9554-832392A5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B50D0-A355-4F1B-B2F7-57D5C1A7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E8DE1-6B37-4FCA-A212-74486808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F5E29-BA5D-4029-B249-43BF6713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5DB19-6269-4E08-89A5-94095373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B7559-9CB9-4618-ABA3-CD6AA8F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529A57-8281-4F42-80AE-D9A1E6AF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026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5BF83-2C8F-44C8-A0B3-E19D65E6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E8D0E-FB93-450C-868E-400E0EDE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72194961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1CBD65-271D-46C0-A756-DEF6EE2F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Identity and authentication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BE4A2-D1D7-4537-9F1D-C28DCF60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A8349-9DB8-40C4-843B-0109424D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59D13-62BD-406F-88EB-242E661D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4EAE4-3206-42FB-8578-4974BD25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6726E-525E-4C80-9088-305FC8F7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Collect successful and failed login, MFA events, privilege changes, token activity, and risky sign-ins.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645A1-89B1-4339-B48C-0125D3C3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816AC-9A0E-48B8-A365-98367DBA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B15BC-153F-42DE-91FF-779B868A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Identity telemetry powers brute force, impossible travel, account takeover, and admin abuse detections.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291C0-46C0-46CE-853A-5F353B80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5C5CB-2CAE-4B0A-98F8-2FD007AC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3C666-13BB-43F2-B875-3891BD9E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Tie identity evidence to HR, IAM, and business-owner escalation.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E7E08-DF92-4CFC-8F7B-E086F2AD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ECF4E-02B7-48F9-BDDB-F3BF14C1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98822-0023-407E-A761-8F780580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C1D23-0B05-49E2-BE46-5CDC3F77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C9546-A3E0-43D1-A110-076DE942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206B1-BC2B-436B-9FD0-0D1EEA32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3A66A-2656-49FA-A61D-31CBF78E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4FBA7-3973-4614-9ACC-C5C7FB69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5C6872-59DA-45D1-B9E2-B495B8F0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09B41-1121-4A78-B2E4-75D7B974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AF1B4-A2F6-4735-AA8B-1670863F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5001027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522065-D152-4742-9D18-BFEFF863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Network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9F26E-8FB5-4E40-8D92-5FC12D06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5753F-36F9-4B17-8B43-242BBCFE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FAC39-FB29-41AC-A112-87753181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3F64E-8A26-4618-A923-227860AA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03550-D364-4A7A-8BF7-1F04A83A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Network visibility supports C2, DNS tunneling, exfiltration, scanning, and lateral movement.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FC9F8-CF1A-4F21-AB4E-5CCAE261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84F34-6B7A-4686-8CF1-AD6F18BF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E3069-4791-4C58-97AA-0E9B1B1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Firewall, DNS, proxy, VPN, flow, and IDS logs each answer different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BAC38-BBB4-4775-85C3-43E5213B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BCE19-68B3-4B3E-B5D6-CA54A45B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1C2BC-6C7F-44E3-8882-96487F94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 not treat packet capture as a substitute for asset and identity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9CA49-6076-4494-BFE0-DC03D37B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9AD98-B767-40E8-BB92-C07F6A94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C8E71-4203-4F65-AF66-4E7133B7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034E3-C064-479B-B707-C9B58C46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01861-1F77-46E4-9E19-83EDF636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CBF58-6E52-476A-AAC8-6FCFB1B8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AF596-8638-49E9-A311-0202FC36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29262-9EFA-4FDA-9DB0-AE71DEAC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D4BF5-FC3F-495F-86C9-2536FB06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028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52782-6DBD-4235-8950-5D56B36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E4091-5644-44D9-8276-4485B779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62948596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1969CA-5FBB-4E89-BAAA-41B616DD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Email and collaboration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65E32-F1FE-4475-8615-2C1855C2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378A3-0891-476B-80C5-E1DD6144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FBBF8-739B-4611-84C0-56CA6A0C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A14EA-52D4-49FF-9792-E6FAA4A0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E283A-0DE2-4A51-9FA3-9764BC3C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Email is the front door for phishing, BEC, malware delivery, and social engineering.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5486A-FD1F-44CC-A27B-2ACF1286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91C81-E773-4D7C-B4CE-AEB868F4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6F6D5-56DA-4E51-8841-C98B19A0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Preserve message headers, URL clicks, attachment hashes, mailbox rules, and forwarding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E186C-CEFC-40AF-A176-76549BC7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6692D-DBEC-4452-9EE5-77F476D5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49795-34BF-4FCE-95FC-79586E5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Collaboration logs matter when investigation artifacts or personal data are shared internally.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1283D-5225-4A4A-B120-486B2337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8CAC6-0489-4F4A-A8C6-476D6287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15D29-3EEE-4205-8043-05098AF3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5D625-DE92-444B-A7B8-E15B785E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2C777-9408-4BCD-BF42-A065FE5C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FA324-6E3F-45F9-B288-663EDEC9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67133-2C0B-4738-80AA-0F9AEDF2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2B95D-750A-4AFA-B3BE-D1B15E47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7CB433-6F40-4BFA-A89F-4352697D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029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3453C-8E47-4BD9-81E7-CCCD6938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A85369-696D-40E7-A08F-2E12E51A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23640738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D1E38F-5D39-493C-A3C8-E260CEAB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Cloud and SaaS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1AA41-1ED3-4C91-9836-4AEFDCF0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D3276-D635-4B2D-9621-A47A61C2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33BD4-3E74-4BA9-B506-F4A243AA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35531-A486-460A-904F-B5F935AC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1EA18-45AF-4345-AF50-BD07ED6C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Cloud incidents often start as identity, API, storage exposure, or configuration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CC4E9-7AD6-4ED9-A231-347266D5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94764-2DC4-4D1C-A4EB-35E2F263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B8B4C-F34F-47CF-8078-90CB4332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Prioritize audit trails, administrative actions, storage permissions, IAM changes, and workload logs.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A4F86-7F03-482A-BF66-2F3BE9F8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76513-BC27-4A16-9A98-25ECE283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C4B4D-1C05-426C-9EA1-E617F4F5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Assign shared ownership across SOC, cloud platform, application, and data owners.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51C44-7719-49F0-90DD-30D6D209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37AA7-979A-42CA-8FDF-FFE87B71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1F544-3DA6-4A0F-AC6E-F904455A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67E89-F18E-4A7D-83C1-71159239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56EE1-9355-4F81-8480-4B910F0D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D32F6-F807-4D8D-9114-F36B0E65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C9718-E6DD-4509-B3CC-D1710FD1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AF81A-372D-46CA-A4B1-F430CDB3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6DDDF-C52F-4BDB-861C-13CCD739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030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76316-643F-4ACB-9998-0D14E899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64040-1943-408C-B49A-947D7E25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7057534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D7D6B8-6E9C-408C-A137-6062F0B6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Application and database telemetry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61A8E-9EAC-4BDE-AFC9-5B9B4A21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7C616-1E6F-4B43-A6F7-E498BF19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71CE4-1B64-446D-8B23-58EA8187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B93B0-5F66-49C4-A1C1-506874C5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4B962-E7AC-46C1-996D-3D806776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Application logs prove user action, transaction context, data access, and abuse patterns.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60BE5-BA2B-4585-9D25-7DDDAC4D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FB623-DEB1-4DFD-B2F2-0417A61D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F88FB-D16C-4380-86A4-34630972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Database access logs support insider, exfiltration, and regulated-data investigations.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C2D40-88CF-419E-B11D-492AC007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2D3D6-99A4-45B7-AC49-80A3369C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33E56-CEC9-46BF-8ABB-D6C457DA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Instrument the systems that hold critical data before low-value infrastructure noise.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1BDE3-6734-4A4A-9402-860B4133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0D6BF-12DA-46DE-9FC4-C9C57208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FA1F2-97CD-4E82-8DC0-768F1158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01E27-6B78-4A8E-A621-CDF1265C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37549-8E9E-403B-90D3-0FBBAED0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DB08C-4A79-4F1A-AC20-67AD9407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0D802-592F-46BB-A28D-B368B4F8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3BC06-0945-4C32-B6CF-BE0996B3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F9A4F-8D98-4C76-9659-1B283B08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031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F381C-D6D5-4546-9CCC-886EEB91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834BF-7DFC-4EA2-8171-9673F71C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32657120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4BE626-EF91-4AC6-BA4A-B6F82800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Alerting and enrichment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B49F4-D30F-4B9C-B9E4-07E578B0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E20F8-2C9F-4E5B-96E9-B4B96E7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4EA1E-A326-4ACE-9FF0-C5AFF76C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097F9-B563-4CBB-B328-F2A0689B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E7639-3593-45CE-9C1C-C2013C0E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Alert quality improves when enrichment adds asset criticality, identity role, vulnerability, and threat intel.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EBF4C-FB67-40D3-8BE0-09849D4F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1E20C-E3B3-4409-9226-DC877AD6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6D463-76EB-437C-9181-C8511619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Enrichment should shorten triage, not hide unclear detection logic.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14661-DD6D-427A-8586-CB85C2B9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1E492-5962-4491-8FC2-E83AE522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2259A-C008-4FD4-B985-E1D08C5C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Every alert should route to a playbook, owner, and closure reason.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FF63C-6231-4781-AA33-83E564D9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E1B6E-9F75-48B4-84EC-B1984989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D65FB-73B5-4650-A15D-326DD680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662EB-29DE-4D8A-9804-C51DDB10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B306B-6803-4C8C-B6DD-25F4C26F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0C3DD-81D8-4FDA-9E92-048940E5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430BA-32B4-4E6D-A497-E32F3FB4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C6E13-2AF9-4461-A1EC-AF830F5F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1BC24-AEEC-4D9F-9C00-18FD5ECF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032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86F49-6CF7-43E7-9966-89903C56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1E9D4-BD3A-47C9-871B-A7AB184B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28274085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C571BB-E04B-494B-B855-16907BBA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Case management and response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9A7B4-3713-4C30-A9D3-0E4806E4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B8BBA-AFCC-45BA-9669-A8BAA466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E540B-73B2-4074-A11D-79B5504E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3531A-7130-4796-A787-302C3D9B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03A58-6C93-4AF8-B095-E1F95BE6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case record is the operational source of truth for decisions and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B4AE4-0FCA-4E85-91BA-537526E1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4AE04-39EB-4E01-AAA1-59A85EBE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1A649-A3A3-40AE-B80A-2D86C816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Separate facts, assumptions, actions, approvals, and open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FAA75-058B-48B5-840D-D36EDB0F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D522F-2626-463C-9769-4DAFD8FD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D424C-DF6E-4259-8F1F-C6E3BFE2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Design handoff so another shift can continue without re-investigating the same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EB7A6-95D5-46A9-B3EF-FC79685C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18283-C2DB-4EBD-AD36-372110C7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3CD90-F0F2-4486-8E0C-9D43FC97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1ACB8-3B05-4339-B445-F41A760E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77FAB-0374-41FB-A980-9A8FA141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52C822-CEF7-4C83-878A-9331EB02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D304E-D491-45FA-8675-35801F90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781BF-BCB3-46AF-BF8E-D60AA987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EF07D-713B-46DD-BA8C-2C7B1A7B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E3E73-179F-48D3-BDF4-2A1F7CC6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D2077-6B5E-4504-84B9-42FB24AD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73568151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DCFD38-8CA6-45C8-AD38-3C013829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Log-source prioritization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703D5-C119-4BA4-838A-B04BAAB2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5B465-CBBD-4325-8897-282108DC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A8638-BCE7-48A8-91F6-BD5F0148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E9689-8AA0-47A2-8C5B-7D60CBD5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CEF8A-3334-42A9-B43B-CA8571EB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Start with identity, endpoint, firewall, email, cloud control plane, DNS, and proxy.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F1CC2-E631-419F-BEFC-1FCCC361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D76F9-4121-48E8-8C00-D05A5AED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163D4-85E2-4493-A9A3-5550D148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Rank sources by threat coverage, asset criticality, investigation value, and retention need.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C5B35-C64E-4624-B534-ACA9C22C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87A1A-5B73-42E0-A1E5-FDBA1C8E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BB970-F48B-4000-8EC4-B458851A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Delay low-value logs until storage, parsing, ownership, and use case are clear.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7EDC8-CF55-471C-B9E4-8F45626C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3C675-51A3-4EC8-9391-47EC4431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6CBA5-B6CC-49E2-8E20-DD8187CE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B2D3F-41F1-447A-BCE6-F148813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CE668-9CBB-4970-AE80-78A47CC8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58A9D-6995-4AA2-9C75-F79616D8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A89FA-9999-41F8-A49C-8E9B24A1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A65E5-E2B5-4D9B-BBDA-1EA8DDFD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F1427-73B3-4555-BE1E-F4784718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F53E5-8149-4135-8F16-27CA3537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22D60B-E583-4AA6-8066-E33B9FDC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50851898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4CE9EB-D6DB-4BED-8B5C-22CF7DAA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Trust boundaries and data sensitivity zones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0DB25-EF2A-4EF6-894C-348E8529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24B24-3676-4CC9-986E-31F698A0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3F41C-52D9-4D0E-8AF7-C7FE960F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07349-0DD7-4329-8D7B-0DE61057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9E523-E31E-4987-B546-A5F02DE7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Mark where personal data, regulated records, privileged admin paths, and third-party access live.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88AD7-E31C-4C25-8AAF-A5F086F8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7D0BF-F56C-4DA8-8E3E-D979C4DD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5C7E2-2C16-490E-AE94-AB057B4E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Trust boundaries tell the SOC when evidence needs legal hold or privacy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3F2A4-FD6E-478F-AF18-11AE488C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0FC94-4BF2-434E-BA65-E6C5A32F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1C314-166A-417F-B9EC-241017D2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They also prevent response actions from breaking critical business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DBCCA-7298-4CEB-BE48-E4D6518C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D8D21-112F-4BAC-BA64-BE3FA223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A8AE5-B433-49F7-B662-32F7A7DA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84915-77D4-4B4D-B06D-CFDC11F0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D3D62-4C92-41F4-B373-F5E86013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F35B1-A53B-4366-81D6-F08D12E3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7DB69-7143-40E5-95DF-292344E4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0642E-ABE7-4D12-A323-1EED6B54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AA830-10D8-422E-8E02-6FCA269D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B782B-8320-4AF5-9206-88A1A4E9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9DE68-0ABC-4411-981E-65F0F343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51642223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50B79E-1D7A-4ED0-85E2-0C98F1CD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architecture pattern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AC6A3-D0B8-464C-80DE-45600789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B8326-5317-4580-8287-196915F4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F024E-B3A9-48D7-A706-8D387CF8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CA5A6-7452-4773-B6AC-5615025A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6C8D7-6450-41F0-B90F-46C4600B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E4114-7451-466B-8CEA-D4A8124D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Best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EB334-8E39-4BA0-B394-715A0F24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72AC4-951E-4D52-9DAC-79717258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Watchout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7E27C-7890-4932-8C82-EB2ED626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19EB1-2E73-467E-AB5B-7E955B52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Minimum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E0133-6E85-4C2F-B46C-B027BB9C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A1082-2C83-49DE-A38A-BF0D45E8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Central SIEM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623D2-B29F-4379-B9BC-35A244DB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62931-3705-4F89-BDF5-0C018AE6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Mixed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753B7-F229-4FA6-8EBF-D9D77D70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7A9CC-CFCC-4D34-8D8E-C4ACE11C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Ingestion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9F7CD-67A8-4892-AB56-F3826974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F9240-A0F1-4CF0-9E4B-73FD09FB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Source health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0EDF2-8D44-4CBC-AC59-EE2F18EE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B3D96F-845C-4F31-9852-A60B98B8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Cloud-native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B930D-5BED-44A2-BDE1-DA469D2A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4AAC8-3BEE-4BB2-AE1B-E1B80447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Cloud-heavy org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054D5-D6F7-4117-800A-77CD0022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92441-836E-4A88-B2BC-89169AB6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Provider blind spots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D4151-5D76-4A07-B9C7-28AE6F99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ABE933-46FC-496C-8380-3627D324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API audit logs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86AA76-9D6F-491B-824F-D852329B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BFA3D1-C767-42BE-BDCE-62840F98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Hybrid MSSP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259D84-659E-4393-A9C1-FD0DE71F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F2A7F1-9559-49C2-A51A-73852F24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Small teams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28EB1F-0FD7-459E-9886-7CCDB086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A6F038-7CE1-477D-B11C-D2881EB5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Context handoff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D84CEB-7CAD-4B79-AEB2-039FA6DC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FCFA88-EF87-4BBB-9327-3AA30D1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Escalation contract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A28D0B-B618-4DAB-BCB9-4E43595F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036 / 142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FA232C-B1E6-4248-B41A-302B640F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1015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21EBFF-2C6D-4904-BAC3-16681EF0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01015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075717504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CBE24F-1D9F-4E27-BF05-77885B26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telemetry coverage and blind spots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2076C-5999-47F7-889F-3D1EF9ED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60DB8-1A74-4ADA-A390-76328A1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0A47F-2686-4010-AA76-E50E8438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5415E-024B-40E9-814D-94BDCDDD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E1D78-BBE9-4E42-ACF2-CEAC513E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E73AF-ECC2-410A-B883-9F754178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Must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B65EF-6F31-4C04-9C65-807D2D7F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0AE06-4804-4855-A9FD-70BCE5B5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Common blind spot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294A1-676C-47F3-A73F-A50F8802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0391F-779C-415A-8132-4FA05267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4480A-4442-4EEC-84D0-00FAA417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6EC14-1D00-4E06-8754-F793262D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94914-BB46-4526-BCF1-CF3107BC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6F9F6-1EBF-4340-ADEC-D9340B91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Auth, MFA, admin 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83BF0-1A24-4CA8-9B47-E754B989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703E6-E860-4110-B4AB-40EF2B56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Token/session abuse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2F4D1-A620-4656-AE64-52A5FA84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EE0EB-B2C2-48EA-84B9-026258AC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BE349-F3DF-4179-AE98-4C9DE339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762A6-8EAD-4508-8BE2-BB0E18D5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Endpoint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9691E-DDDA-4E51-8736-B44A1313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9EDDA5-EBAD-4147-8FF7-D66AB48C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Process, file, isolation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95AAAA-4A06-404B-B584-68E33F7C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AA4A21-935B-41B0-9A33-F1C3057B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Unmanaged hosts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3344F9-086A-40DE-BE75-5381A3A0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AE350-6764-4C4A-8B05-6DEC7727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Endpoint team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8F787-E8FF-4E2B-AE89-548B46CB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18838-9A45-47BC-9517-153A8B9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Network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86C01C-05E3-4115-B521-55BD2684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98B963-BDC6-4FDD-B433-522EB215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DNS, proxy, flow, VPN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080722-81D1-465E-BE0E-D56FB05B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23F17E-B24F-48DB-9159-28AD3AF1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East-west traffic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9FD355-522A-45A8-8F65-2287E5CD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8A868C-2DB6-43DF-85F1-DF6E2E1C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Network team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7100C3-EC63-440E-B74F-F857BC9F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B65F28-E10D-405A-8D80-5EBD4E0F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Cloud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D80754-2C51-489E-84B5-C71A400A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F4D357-BE17-462D-AB42-7211B9AA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Control plane, storage, API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090E94-F4C8-4CD2-AB65-1E98674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E882E3-872E-4599-BDFA-73892671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SaaS admin logs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A47E51-2DD6-403B-8855-6D13AD7B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7E7F45-C8DF-498A-AB68-0F60171F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Cloud owner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9B74C6-2A01-4D23-82DF-8C3F08B7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037 / 142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EB4C54-548B-426B-9E00-EFABD3CF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90A62A-C17E-4C71-B323-1FD2770D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81025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31560912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DF5F2D-2FE2-4A85-AD1C-D82AC737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Worksheet: draft target-state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D2F90-ADD6-4CAF-A163-70BDA8E0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74AAC-D9E3-4449-9D63-D8AD3FBB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64FA8-EADC-4600-AD0D-940B5507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85DD5-2262-4ECB-853E-8E51D5BA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5DB10-758F-410E-84CF-44ABB5EA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E6451-0374-43CE-A864-5DA1564C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494B5-FEFB-4267-A211-16F52669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939BD-A434-4008-8FA2-B5DAA181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97174-CE04-49AE-98C7-005C2BBE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4C8A8-D17E-4DCB-986A-EB420090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27C09-7CD8-4F93-981E-769F6FBC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5EC49-D120-46E8-800B-D28E3487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B5887-CF17-469C-ACA8-3B11B5DB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1336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C100C-D137-489C-BE23-0E81AA2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B57ED-2015-4DCF-937F-D16AE948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0480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FDD59-D8F0-4BEC-8BA4-DE3CA50C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E09F9-1B42-4CBB-B3F7-1732BDE6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9624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EB400-8C63-4C77-AC11-17430CE3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3DCFC-EDCA-4562-A55A-C29E772F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8768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F0F5D-0A3C-421B-BFB0-84B16756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8034D8-F5EB-441E-AF31-46097AEB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7912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31EF2-98FF-45F3-8575-7B374D43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436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542DBF-A401-4269-BF72-FAAB26AE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0560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D53AF-7737-4197-A638-FE4EFEA4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038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8A039-B008-46E8-99CE-C7EB9D00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1258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Blueprint, Architecture, and Telemetry 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809C32-F0A4-4885-B5DF-3F9749C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601200"/>
            <a:ext cx="4114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SOC_Building_Roadmap, Infrastructure_Setup, Technology_Stack</a:t>
            </a:r>
          </a:p>
        </p:txBody>
      </p:sp>
    </p:spTree>
    <p:extLst>
      <p:ext uri="{BB962C8B-B14F-4D97-AF65-F5344CB8AC3E}">
        <p14:creationId xmlns:p14="http://schemas.microsoft.com/office/powerpoint/2010/main" val="193693260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311077-B725-4F6E-B135-FEE88A1C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SOC organization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E257E-9B8C-4F42-B28A-1E12624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BA594-EA6D-4543-AC40-077B356C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5C5C-DAFE-4303-97C3-291DD146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9865A-BB30-457D-9246-6D0EECB5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E1B70-8547-4A99-9E3F-07E8BE74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Separate monitoring, engineering, IR, management, and executive decision ownership.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2BFB0-55FC-4C3F-AD53-F2A06498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E1210-7047-4DD8-BE78-42D76566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51430-5908-4946-8964-600B4606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Small teams can combine roles, but decision rights still need names.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8F0EA-4FDA-4CD8-83A4-27A734A5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A4111-7687-444A-9281-775462EA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69E99-A190-4A77-A4D7-77EE0C31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Document who owns triage, containment approval, detection quality, and reporting.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CECD3-F04D-40E7-9432-DAAD36C4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3E1BF-CA6D-43DE-BB70-28D7EB35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59B82-29E9-4D73-97E5-68D36F54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4636A-BFBE-448E-95CA-1CF90895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330CD-BB46-4498-93A9-4E370EF3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F96EA-F2A4-44C0-B815-BEE3105E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91FF1-AF35-47DC-BF47-3743B0E0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1F4F8-D49E-4AC2-A23B-3C97F83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529B7-5963-4F7F-A198-3A8A3B9A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039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7F1AC-F588-4896-B0BA-67CB5327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93611-3EAC-4725-937E-228295A1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72393362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DD841D-D525-41FE-BF1C-60A5586A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Role map: CISO to analyst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0479C-01AD-4924-9152-E968B3EC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BAB7F-2556-4EAB-91F4-E0B34B5E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5909E-FD87-4A70-9559-161F5E01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BD9AA-2CE7-4A17-9494-F204F3B8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4BEDE-C44F-44D4-826A-E36C52BE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CISO sets risk appetite, escalation expectations, funding, and executive commitments.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49EFD-B14D-427E-8DBB-3901A345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28F1B-0EFD-4AB3-8671-72E1FFA5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C09E8-A371-4744-AC42-E36B2B9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SOC Manager turns strategy into staffing, process, quality control, and cadence.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825D3-FD58-426F-8672-2FDB75F9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340B0-89FE-4D44-9D05-1635FC77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8D828-0394-45EF-8BA3-71F54AC7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Analysts, engineers, and IR roles produce evidence and action in the incident lifecycle.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BB4DD-9D1D-4C10-A5EB-67912B75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85E10-738B-45F1-90B9-73F4D5B4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2AC1A-D822-4600-9123-F0ECDA38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02256-D41C-4D23-8992-B7803FA9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84F6D-BC23-4031-AC1C-C7F46DDD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3DA42-A969-4AE2-8B77-1BF3C885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2502A-BE60-4525-9112-A5A15CF1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033466-CA4D-49DF-8BE0-188BCB5C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00A8A-1C28-4690-A684-323410C4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040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250F0-7610-4B41-8ECF-BF01B203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10DB1-1221-4B32-8093-F3F0440F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25692139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FE8BB7-399A-44F1-871A-F5BB59BE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Tier 1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58797-2C67-498A-99D0-3B67628F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C162B-5098-47AC-B29D-D4F57619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16AB9-AD89-4AB3-B62E-8860C9C0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A6CF7-26EC-4E9D-9E1A-A6AF5982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F8118-CEC0-4842-B0CC-6BDCA4E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Monitor queues, validate alert context, classify obvious false positives, and escalate confirmed risk.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2BA0D-CF15-449C-B8F4-225C1541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2AA5A-6E65-40FB-A6BC-E630122E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EAF45-728D-40F9-9724-D980C5D1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Capture initial facts with timestamps, source systems, affected assets, and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88695-CC73-4B1F-A4FF-9C4E96C9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8AF7A-FDF7-47F3-9926-C8A74FA1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C5C57-5CF2-4B11-B416-B9D289AB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Avoid high-impact containment unless the playbook and authority model allow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D083B-B31F-4E32-867B-53E63CEB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CA49A-787E-4A98-9550-20D63CB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EFBCE-F49C-41DC-86C5-C4C1CA5F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DA872-1C1F-45B6-8024-1EBD05EB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73442-ED99-427B-AEB5-6A253A05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53D7B-8505-407B-BFE8-49E5C017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26EE9-1846-424F-B44F-571B24B3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B5800-12A4-486F-BB80-41AEDCB2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BF5BF-8450-4E4C-9FE1-A73E819D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041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7C2EC-5FE6-4194-BC78-F1DCBC2D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2AD4C-E268-4754-8D4D-840C1CC7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03922960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C70E29-4624-4A08-B758-47CAEE56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Tier 2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C7BEE-7B48-4A3D-A189-E7B8D39F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5E1CA-5C99-4122-9441-8C474A2B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CCF0E-3C4D-4E95-A0F2-50797FEB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23BF2-9C05-48F7-B2CB-873DAC64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91F1D-86B1-493F-B8F7-4E7CA9A8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Perform deeper investigation across identity, endpoint, network, cloud, and application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7D8D0-0A19-4AD9-8469-69493DB6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76C5B-D3E5-4524-8F6F-FB5F51CB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CAF7B-8D21-4ABC-BCC6-1B91B616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Scope impact, recommend containment, and determine whether IR should lead.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C565B-7012-4004-A745-3090D81E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9F632-7082-480A-9E27-91D8989A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CB762-CAD4-4D02-BD07-E1EFCC99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Improve runbooks and tuning based on repeat investigation patterns.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87177-E002-49C0-9149-0A10B33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2162C-9FA9-427F-A5D1-45E4207B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CD7A0-662E-46D2-B2AD-8C6B6BC2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5AF40-E90D-4CC9-AE91-778C2501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2E535-36D3-4667-A63A-733E88C4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C0F91-840D-4668-A400-7AD5381F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FE594-BC53-481D-85B7-AECD6634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522DE-9B0C-414F-836A-3264A4A1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F9D72-B605-44F4-A1F2-427D0999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042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FCFF6-5CE4-4A15-A7A1-D5EF910E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F8AC6-5DE1-41B7-A7A6-368C7CD8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5974667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E50E53-BDF7-4142-9CB4-4BAD5BC4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Tier 3 / IR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B9C68-53E2-4029-ABE7-0C6C0757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894B7-B914-4FE6-A881-1A385A32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1EA48-5C51-4C06-97C0-DEA60ADF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EBB5F-8D2E-47D1-B8C1-E24A50C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54A26-6ECE-4865-A2B2-9FA978E7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Lead complex incidents, containment strategy, eradication, recovery validation, and PIR.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C4B84-2A02-45EE-A02B-BBFAB325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B0F41-31AD-4683-9849-47012FC5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3B510-2397-490C-A54D-CF5413D9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Maintain chain of custody and technical evidence quality when legal or regulator impact is possible.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AD159-BBE0-42A6-85F8-2100C6B9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14EB1-2215-466B-853B-5A65DB52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BC965-A7EA-40BC-A279-4BEF55F4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Coordinate crisis command when severity exceeds normal queue handling.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0BA9A-2EA1-4C79-891F-279B33B0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54D53-5A24-4A4C-B2B3-70985BFF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7C75B-A201-4D76-A4F9-8FD49AC6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F06B9-64CD-4651-AE81-056D864B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5B310-757C-4FF0-9143-B28F57D3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96B21-B969-47F3-85A1-283F620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71BFD-56C6-4C1A-ACEA-B9850ADF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6FCDC-F1F1-4D12-A716-9CF5DA95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21C13-E5ED-4A58-B970-8ECCB036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E326B8-CD44-4BE0-BDE0-BD6B8FCC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FD122E-77D6-4114-9400-109B4B8A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41582549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FC443C-69D0-4F90-996B-4294F60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Security engineering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AE5EC-38AB-4776-89D6-1DA83783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25B54-7AF2-4C5D-B1D2-50BAEC30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00D3C-55E1-4974-89E3-AB05BB31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A6788-AA1F-40B4-94F3-FAC35DA5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F1BB3-D260-4CB0-A99B-04C5F3B5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Own telemetry onboarding, parser quality, detection deployment, tuning, and automation guardrails.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E5057-33AC-46DF-802F-8EA30AE3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3E1B2-AD71-4A08-BF46-8864AFDA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58FFF-50F0-40C1-971D-F99E0DB9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Translate repeated SOC friction into engineering backlog.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7E07B-393F-4193-95F1-33519752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9A92C-2EFB-4DE0-98B0-F9E7FF90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565CB-C682-447F-8AF8-F5265836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Validate that controls work in production, not only on paper.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332CF-9521-45E8-B03B-7CD18D5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9D23A-372E-4626-8B83-C5E0517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A0410-8536-44B7-B30D-416F9912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F9546-317B-43D4-A8C3-BA08538F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45B2A-8895-4CF7-87C1-4539C83E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BF3DF-8263-4AA5-A8B2-E7C6ACDC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5F077-800E-4E1D-9E1C-C1D8D462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1EC5F-3938-4212-A96E-0FFFA2BA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B31EA-739C-4A0D-A428-46860182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4746F-00E0-40A4-99BD-DD9F2447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585119-5874-48D6-95CE-A092C263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09095798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C72986-9CA8-4B50-9B32-DB3D3069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SOC Manager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5A8CD-E049-4AD0-8B42-A1710B27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84ABB-725E-4D6C-9070-8C21FB2B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B3544-B517-4F59-A4B3-5235AE86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B0133-430C-4AA1-B7EF-CFCD7414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0BBA6-468A-4E11-8661-D746BEB7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Own workflow quality, staffing, escalation discipline, metrics, and service expectations.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645F2-A505-4297-953F-C3DC53E3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546E8-89B2-49CE-B824-4E4EEC08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12CE7-EBC2-4AF0-A514-9ABCD065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Keep handoffs, reviews, dashboards, and monthly governance grounded in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61A4C-D6CF-4415-9C6B-20CEDC6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0C1C4-5581-4D56-B62D-E1EA001D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D1212-787A-4952-8FA8-17A419C9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Escalate repeated gaps when they need funding, ownership, or risk acceptance.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6C7FA-4150-45B5-A8B7-D3BE29BD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A6623-EEF2-4180-91E0-4BDD8CBF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0B677-E3BE-472D-A684-7E8E2EB9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09542-2AB7-4F47-875A-464A2453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07487-8960-4103-8D96-A7858BA4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A0C1F-0D71-4928-8134-C7039FCD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6B448-F319-488E-89BC-B0D0B76A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72392-4DBE-472D-A379-B9B78CD3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1BE05-F8C5-415C-9522-5FE0E84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FF606-573C-4656-8558-E66B1993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2774C0-3AE6-425C-B0F5-B40265FD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865160556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03C5E8-BA79-4B82-B27C-F01B5F02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CISO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7ED60-1244-4574-A7B8-FD688487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EAAD6-B004-4D5B-BFBE-5FA1EE1E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28B1D-1FC5-43EB-877A-F4F66162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0C45E-63DB-4F37-AF4C-09AFF2D0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ADFF4-2F47-43A8-8E25-5EC2EE65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Own risk decisions, external posture, board visibility, and investment priorities.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77156-8CC9-42DB-914C-DAEC37E5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22422-42AF-4AAA-B4CE-F41C8738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D4BA3-D4D4-441A-96AE-3AFFBC72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Approve or delegate authority for containment, shutdown, notification, and public statements.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D64F5-E9CE-41FA-8A21-B9836236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B8A68-9C7F-45BC-9CA0-92909A02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C4D3B-C008-461A-A809-64FB679C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SOC reporting to make business risk visible and actionable.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D64EC-D641-40D9-98FA-4920DAE0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08B59-7EE9-4FA4-8764-E2F3BF32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735C9-73F2-4A38-BF2C-E1F9A46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E750F-00FF-455B-AD31-540969D3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A0ED7-FD15-40AA-B19A-E2615988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D71BF-59B4-4909-9DD5-EA96D863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19BFA-C511-4335-8857-DBB869DC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E3209-A055-4B29-8323-C340C787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4FC1A-2E19-4E4D-9074-46A2DEE5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046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80511-4175-43C0-8411-2EA6EE1E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87595-D83C-4298-9CB1-560E7067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728878993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5FC22E-E8AA-4A4B-9238-B40ABB0D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Skill matrix across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CCE6B-3308-4167-BF41-2D5226F9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121E9-E44B-4153-9CD9-D6B78CCA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60089-5A2B-4F36-AA20-401F6572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9D2C3-71D5-456E-A7D6-DDB28621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4A7A0-056D-42B6-AB0F-8454475E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Analysts need triage, log reading, evidence notes, and escalation judgment.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D78DD-AC16-4892-9339-F94C04FB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7FE98-3AAD-4F2C-9281-D6BE528D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A9150-9757-4152-B8B8-1CC42BC9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Engineers need telemetry, rule logic, testing, data quality, and automation awareness.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FDBB1-1EF3-497B-AF12-DB423E99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8D472-E453-45F3-A1BD-441883EA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7DABB-1E86-46C5-88C6-20FD9D8D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Managers and executives need governance, risk communication, decision authority, and investment tradeoffs.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FA52D-3C38-4648-8859-514ED847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16844-98C9-488D-AC8D-912193D4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F3A18-F40D-49DC-88D7-8409D387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A8B30-91A0-462E-90EF-133A8466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58EE1-30AD-4477-AC90-E7AD359D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3F8E5-4E3A-4EF7-94AF-76E3A119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C43864-A27A-4894-8237-E85949F1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02722-5B2F-43B0-937A-B16DB45C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483AF-A8B9-4E00-AE07-168EC22F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004C5-4982-4BA7-8D4B-1F0FF8BD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1D6AC-96A1-4294-A9AC-416583E5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850679924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461B95-03A3-44C2-9738-07A1213B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Staffing model basics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BAEB0-514C-46E4-9577-3210CB5B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B9149-FFBB-4682-92B8-4D2D2E49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37847-80A9-4E2D-ABAD-A44E3D99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D6A32-9387-4971-A2F2-3398BF45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37125-A753-4DE4-8399-BC732BD1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Calculate coverage by seat-hours, not by job titles.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1849E-CFC3-4944-8ED9-FD9E37FE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52355-2DD2-4A0D-91E0-4057E5FE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0A543-16DB-47E4-B360-5C4A9E7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One 24x7 seat needs about 5.25 FTE before overlap and supervision.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C11FA-493E-42EF-80C3-F5F3C747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D1ED5-E1F4-4854-9F1E-37B6CC0B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AB5F5-9441-4C66-B584-2739B2AE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Include time for training, tuning, reporting, leave, and improvement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8A243-104D-4B3D-8699-4B037987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12109-6B72-4959-9A09-6F9D26E0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25FE6-A8D4-4268-B406-CF873DD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254B4-04F5-4265-8371-C8E79E75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791ED-E6AB-4FCF-BE1A-C97EE2DC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F0083-4439-444B-8E9C-E4BE5174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A3B2A-3D16-4FD2-AABC-C1EC1F17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C28C7-E6EE-4594-AEE3-FEBBC1A7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5035B-DC49-4DB6-97C2-7469EC78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048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BD3C2-4AD2-4A85-802F-589BF2DE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4E125-3B08-42CB-B647-1E29C6F5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473123332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120863-4B82-49E4-AB48-EF42C244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8x5 vs extended-hours vs 24x7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2AF6B-85CD-4035-9CC3-7DA4DEEE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BA7BF-4754-4100-ABF4-C188EFDE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16B1C-1C17-4912-BF0C-46260396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BB98D-D81C-4F1D-ACA8-5E102CF3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80261-3022-4129-8F1A-55A51445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8x5 works when after-hours risk is accepted or covered externally.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9772A-5B9C-4A91-9D14-52030D0B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89F8C-E390-43C2-B86E-3ED179E7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5F5A7-4021-45D7-AE9F-B29AC5D7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Extended-hours covers business-critical periods without full 24x7 cost.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6740A-FE85-4C6B-9A47-64141C57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EA401-5E47-4501-BE2F-86DE7C17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636EE-207E-4905-AF96-A29F8EBB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24x7 requires mature handoff, quality control, supervision, and backfill planning.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8D6F5-C7FC-4817-AF88-13FE6FE2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879CA-87B7-41A6-8243-7ADE684B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202BD-9736-4CD6-A6F2-BE07F68A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C531B-A229-4A07-AE00-7C1FD6B1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3D0A6-70E8-44D4-9B40-E3C31BD4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C2077-5F15-475E-9DF7-2AE92851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F0E8D-5FBB-40C5-89FB-A60AAA6C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3B26F-749E-4EC2-8A9D-B9CCB181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1BE39-33A7-4D17-ABA5-648DEB5C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049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D9AB1-E8A0-490D-A73C-7F9014A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44BD72-A123-4F81-8997-033765C2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81561386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72A992-825E-4F0D-A7F1-8300AE5F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Shift design patterns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56A1C-99DC-403E-8E8C-DE829E58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48C47-795F-4B97-93EF-655340B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B0C03-B2B7-4D12-A345-0C069A78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E77F9-2C70-4F4B-B125-023388E5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B478B-A568-4281-9497-A4B69B5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Design shifts around alert volume, business hours, service criticality, and fatigue management.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5745F-05A2-42D8-8736-97724179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AC87C-66EF-4884-973A-C894A1FD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8CAD1-0EB6-4076-9AD7-8C3AB91A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Each shift needs named lead, escalation path, and handoff artifact.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2F484-0C71-4A25-805E-D4E75A8D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DE76D-CB8C-4C5A-A266-2AD574C5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E8CAF-574B-4B67-988A-53140DF5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 not run 24x7 without enough people to cover leave and training.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78205-8198-4504-AEB8-F15990F5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6954B-CB3D-42CE-9C29-4E0ACC0B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841FB-0021-4007-9D78-700009CB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3DD19-533D-48E6-ACE3-916B46BC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FF964-C1F0-47A0-B44E-1DD63867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8D9C0-B331-456B-B550-A366D75D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BA09A-2894-4CFE-9D13-D79967C1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9DACE-87A9-4186-A778-279415A6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A6C02-2AF3-4B69-9F3C-E635C686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050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CFF1F-1BE2-446B-981F-6E8E5902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BDDF9C-DAB9-426D-B55C-B449000F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860553746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21490F-7EB1-44EA-8792-0C4841F1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Shift handoff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25620-84E4-43D1-A386-7C918CA0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A8E64-6FFA-4F4E-A42C-2F491937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02123-CCAA-4769-91C1-8F7A482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8574A-4A1B-4EA1-BC7C-27DB308D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69739-8594-4413-A2BB-26F0A3EC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Handoff should transfer active incidents, pending decisions, fragile services, and open evidence requests.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54A30-7008-4E3E-93CC-630D7179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64E0A-1624-4743-82B2-0DECE78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63A8E-A5A4-4263-9D15-1A7E78F0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 good handoff separates completed work from assumptions and next 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97C60-B131-4119-A875-FBCE31AE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602B9-A841-4EE5-938F-BAD52B4A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B6784-B267-43F1-B2D3-F82D5B88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incoming shift should know what to watch and when to escalate.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83DC4-A558-49F0-8D43-C3F04663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AEE33-F591-45BC-911A-3969F8A3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5023E-1EB6-49C2-AD0F-98D57A97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7B621-D54F-43E2-9CC8-47C9C1CF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D7EAC-0D45-4929-9809-628AF8A0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0D3EF-98EF-4788-9EC5-BD5EA50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CEF93-A0BF-4AF4-8511-5E0B4951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73248-7800-4F6A-BF60-C2555B7F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772AAF-AF18-44A4-A24C-60290180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051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4936A-BE87-44F0-91FD-54B467C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696CE-7ADE-4445-B099-51262013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208080804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01A36C-5AD9-438F-897A-2AB5F77F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staffing benchmark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63BCE-FDC7-41EA-83B0-B657E7D2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BABAE-976C-4CEA-BAB4-EC5021E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17AAE-BC24-458E-B259-7A39CAED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F7A09-5BAA-4457-BE66-4C81CB04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D1365-65C4-4495-8BE3-440C60AF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9ADCE-BA66-49D0-8826-3721850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Typical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36781-D3BF-4628-A0DA-5FE90EA8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71CED-4AB1-44EA-AFF6-AF6C8D20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Best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B2A6A-1875-471D-A226-D9504D79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B76D6-0FD2-407A-9DC6-4D1230AA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3FBFC-BC4F-45F8-AE66-3D81B8B9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BEFEF-6E0A-4BC1-A445-A8776731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8x5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441C4-A609-46AA-90BD-6DA589CA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3E77C-E1F7-4939-A0A0-2827F9D3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2-3 FTE + on-call/MSSP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47D70-9BAE-4447-BB0D-635D5F03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25DE2-CEA4-4B87-A51A-C7C58EE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Low-risk / small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EE9D3-88EE-4CCC-BDF3-76122943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E0F698-8022-4808-A2F1-9CAC4896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After-hours delay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FBD62-AA59-4574-B42B-687FD36C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C9EB2-0463-412F-BAC8-1F67574E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16x5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ACA8A6-ACF7-4D22-BAC9-B1958A52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0C9A6-920A-4053-A8C4-759FFF54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5-6 FTE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BE109-D11F-4B04-B39D-2F6AFE2C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6DA679-F8A1-49AE-9F80-477625FB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Moderate 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97647D-E9D0-4521-98AC-48FFAB3A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D3A3E-BFF3-42FE-9A31-3483A7B0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Weekend exposure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1A637-9076-4E3B-9C72-810A8D87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8BC52C-5E01-46EA-AAFF-D0E68DC8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24x7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9DC42-8E06-4B36-81BB-8B5F3644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0EB4FC-723E-43C7-9D50-DF2AE3A7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10-15+ FTE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981863-3C8C-463D-B994-87B5BE9F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696998-36A0-496A-838A-6FB3ABD4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High-risk / regulated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CCF02C-CBED-4BF7-B3AC-23D93F05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687973-6FE6-4275-8F44-94867E0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Cost and fatigue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E4284F-EAF2-4B5F-AF70-CBC68BAA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052 / 142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3B561E-61FE-41F7-8EE0-FBD0B226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1015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FB1A8E-EC72-40F5-B221-5BD1A6CE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01015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431947631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F8D789-35AC-489E-A010-2ABA7CDC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role-to-responsibility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5DF60-5295-48BE-B04E-FAD17175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35E3C-109B-4331-B9DC-89009D08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BDC7C-BB95-48DD-A709-BC457704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46958-4067-4C1B-99DA-2E10FD7D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25F74-081A-48CD-B8CB-D28592D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96BED-1D20-4717-8FFD-5820C27B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Owns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47D4A-99FE-46C3-965C-7DC26BE4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5F239-252B-4EC4-880C-7405BBC5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Produces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59FB4-B0FF-4B00-BAE6-D4118992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77AAB-4CF6-4C35-A44D-B35DE3B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Escalates 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74E9F-3A89-4CA0-94B5-4EE62B93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8393C-4EFA-4FB4-9587-3BB3C9C2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Analyst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88C92-4425-42E6-82F8-5A942751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B18B3-8B65-48AE-9FDC-746D9604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Triage 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9260C-758A-44D7-9104-09774712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CE7F4-E308-41D2-B3DD-95C050D3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Ticket/evidence pointers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FE362-0562-467F-8C7A-7D094A0D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C9DD0-7F7E-42DF-91A5-08913A39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Tier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7EFA0-F19D-45CC-A5E8-4D14BF5E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33ACA-91DD-4D07-B4B6-28986CE1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Engineer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A1477-02AE-4C2A-92D6-9CEF49FA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4D77E-15DA-4F65-9262-E636283D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Telemetry/detection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87EE14-BD0D-4CE4-9587-13BC5AF1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2ED7CE-C6BD-431D-A230-520CC204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Rule/test/source health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E1322C-67CC-4091-A4C1-26B18527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3E5503-F308-47C8-A7ED-1E3FC2D2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E27C28-5F01-4860-9CD4-EB2A9963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1DF86-2D2A-4FAE-A2BC-6192B0DC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86C340-8559-44EA-A4DF-CFA704AA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48D23-B69D-423A-AE16-2DEE5DE6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Complex response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1CAA96-CB48-4733-A54C-31352FAD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B80EE1-BFBA-4D31-BEFE-43FA6721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Evidence and recovery 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84D09-75B4-424A-8E25-D2E17AA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C4363C-5CFC-4B50-96C9-ABEE93C4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CISO/Legal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84CA5E-790D-433A-8F68-1E1CCB26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C2A260-3C50-4757-B23B-7D796622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665D0F-F850-42E3-AFA0-A7CD09F6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571FFA-0AD5-4A89-BABB-F5982ECD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Risk decision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BE7AD4-5BBB-4AAC-BC3F-4CD09008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74A4D7-6B52-4E0C-AB11-77BEB48C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 posture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10A04F-528D-4C2A-ABAA-AC73AF8E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622B4F-ECC3-4A7B-AB21-57DF4FA8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Board/Regulator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56BA0E-9476-4080-B140-9E392DF9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053 / 142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4354BD-C28F-4C8A-ABD1-482B76AA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57CC30-C585-4B82-ABEE-50D4FA7C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81025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78721703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40D990-7DCF-4103-893B-7C860A15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Workshop: design staffing and shift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79763-6DBB-4287-AE25-18E7FE40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E96AB-E30A-41AB-949A-C4DC728C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374AB-2A30-4A74-AB51-984F4403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7AD53-0362-4534-B501-BC34B0C9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C2494-389D-44D1-9CF9-B08DAA71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3667C-5D1D-490A-9FA9-F50B3FF4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2DE2A-785D-4781-A129-7D21A405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DDB31-76A2-4C6A-8F08-BB3A627B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4AE74-C682-464B-8B8D-4351BFB7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19FB7-E133-40BB-82DC-61F3DB9E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A6485-DAC0-4713-BBF9-04342B44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5197D-D7E8-4E33-97D0-DCE2D2A4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27A58-3378-4F16-A95D-6A9E8A8C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1336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059C6-F2ED-4262-AA99-0A7A9587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6B1B0-1ABD-44B2-95A3-FADC0528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0480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88278-A343-4393-B1F2-3B528287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2D24D-A68D-4B7C-956A-44F28105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9624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E2988-A9FA-4C69-B238-9A0AEFD7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2D9DE-9F78-4A09-9247-315DFE38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8768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CD3A2-E1C2-471B-A6BE-1AB95676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8A70C-35FE-4DDC-8A10-42ABD741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7912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B6F593-E37A-4997-A1F7-7FF6D9CF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436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9D3651-829F-4110-BB9A-B248A8BA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0560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451A7-B3C2-43BB-8656-29F2BB42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054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ACAB4E-EDA5-45CA-81D9-6D7EA93A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15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People, Roles, Staffing, and Shift Operations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C1DA0-CCD8-4A08-B81D-2A71CD7A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4869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SOC_Team_Structure, SOC_Capacity_Planning, Shift_Handoff, Budget_Staffing</a:t>
            </a:r>
          </a:p>
        </p:txBody>
      </p:sp>
    </p:spTree>
    <p:extLst>
      <p:ext uri="{BB962C8B-B14F-4D97-AF65-F5344CB8AC3E}">
        <p14:creationId xmlns:p14="http://schemas.microsoft.com/office/powerpoint/2010/main" val="1811109991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4BBBC3-9320-4F29-A053-77C6D058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Core SOC tool categories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AD92A-9F94-4105-BA7C-0D5DEE37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43904-D436-4927-8E47-A4B3ADFB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6CB0E-E7E4-4CBB-8A13-B8FC85A0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32D29-8B66-4DA4-9C74-0FCF717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A57C2-5A9A-4BD0-9D0F-BE8865C0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SIEM centralizes searchable evidence and detection correlation.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4E2E9-B558-4E61-9DA4-AF17261F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F17BE-7BEF-48B2-99D5-962EA425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83E44-778E-4750-93C3-FF8288FE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EDR/XDR provides endpoint investigation and response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7945A-548C-4A1D-87D2-0CED93E6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F3D72-FC61-4282-907B-192A2E98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AC3A9-83DC-4208-B034-DA9765B2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Case management, TI, SOAR, vulnerability, IAM, DLP, and data tools complete the operating picture.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EF667-2F13-48B1-8AA0-18949A93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0F642-968A-4F4E-AAB3-5FD11997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0CC37-9A45-49E3-A8E6-0CC77AB0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4CCC6-D13E-4803-A487-3DA2272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75DD6-47A2-426F-898D-5CD6A6D9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58BF5-4DA3-45C0-A9D3-6CD7DEC0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AEB6D5-DEDD-458F-A5D9-CD3AF999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5789B-081C-452F-8D91-2F52AB16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3519D-7F4D-46F9-9963-D65AC58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055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492EC-DAF2-4B7F-B597-621E097B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7866D-477C-40FE-8F09-35A6CB42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2029206322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05D3BE-808F-42BB-8FAD-FEA3A036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SIEM: job and selection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D02C8-00BF-4A67-B4C8-DBCBF80C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828B7-90B6-488C-95DA-1363A6F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74059-8F38-467D-88D0-9D09A963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D708A-1A9B-4826-ABB1-BB109C24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54D9C-F924-4CC3-9B80-79802294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SIEM's job is searchable evidence, correlation, dashboards, and investigation continuity.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87A2F-4807-4BF6-A078-9764C42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EC8D6-DE1A-4527-96BA-F7C8669E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33AB5-99E8-4437-91D5-EC567B9F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Select by log source fit, query usability, retention cost, parser quality, and team skill.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E03B2-8D71-4828-943A-B6CE9409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499EB-9032-4E58-A0CB-9807FCFF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32A7B-C480-42D8-9FAA-D72F9A6B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 SIEM is not useful if critical logs are missing or unreadable.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89390-3AC8-4DF5-BB9A-DAD401F4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36709-9694-4B5B-B36D-8B28C8BB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B2836-9979-4823-91EC-E1DBB464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EE9D4-8702-40FD-970A-0ADC8F76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79A3B-B6BC-41C4-975B-B943FA8E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F1F24-789A-4937-8EAE-40B141CB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D6656-6BDA-42EC-8837-607B2DDC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7B93F-C76A-4701-AA31-58636F09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16FEC-31C5-4D61-9A48-C9555045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056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EC6DC-3203-464B-8764-FC983793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2F132-FE4E-4D01-951C-D6583B70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642140132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958300-6008-432E-AF40-B738A3B2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EDR/XDR: job and selection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17B92-4734-4FC6-8F9D-D3494AA2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98DC8-B0B6-4DF1-A6AE-2CC4069B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0C534-BA72-423F-9E92-EFEBA9CA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D7DD4-383E-4265-AC91-7AF8A4F2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E321B-C53C-4531-A473-E45E0393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Endpoint tooling must support process context, isolation, collection, and response audit trail.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43AA2-2C8A-48BB-B39A-1A9372F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F050A-B873-4BD6-B2F4-02654D1D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79CA9-C8D6-419E-B7B7-257C0DEB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Select by coverage, response safety, telemetry fidelity, and analyst workflow fit.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A4D26-E7F1-4583-8EC3-3870428A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98E18-AD9F-4814-B590-7331F903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88520-0542-48F0-8BA3-EA986DA9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who can execute high-impact response actions before go-live.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C61F3-F880-4112-9C17-CE9FBEC5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2C08F-5E5C-4B69-A615-EF483E02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212EB-C310-4E3C-B456-269C78F2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117DE-4258-450C-AE50-1EEF2323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EC547-C073-41B9-9FCF-85E7CC75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98397-E427-4EA9-B181-ECF54ED6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360D4-DD55-4D6A-85B5-E11123F7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F6984-6976-4F59-ACB0-D5DBA098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BA337-BA72-4142-A304-E8425426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057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7499C-4FC2-47ED-AE01-6F1D0B7F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92197-49C8-4137-9CC0-AE4BE458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849904877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1B8B22-FDA2-42BC-AC16-4776C57E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SOAR/automation: when it helps and when it hurts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4485C-D79C-4D18-B14C-1A13EFAC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29744-2DE1-4CFD-A74D-B7E02518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8B10E-5F86-4BBD-AE79-44AD2C54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187B7-26FC-40EE-8443-0665235D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94D49-67E0-41EC-B5D5-FDE00EC1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Automation helps repeat enrichment, routing, evidence collection, and low-risk containment.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E7668-19E7-4DDC-B39C-CF61033F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8DB98-A10A-4612-B774-7941D90D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6BC43-93C0-4D9A-A4A8-FED1CE0C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Automation hurts when decision criteria, ownership, or rollback are unclear.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32B62-ABFE-49E6-A902-2B258859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93C7C-B61D-43B8-B79D-BC58ABEE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1AA71-00E5-4051-AAEF-CE75BF6D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Start with assisted workflows before autonomous 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7CEA3-22E6-4208-8447-5E375497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79C4-A346-473D-959E-454F23B9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4574B-1666-4303-A215-8F70DE97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1A3D6-0834-429F-AEF7-2FE63731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93B61-765C-4CFD-8CB2-770B8BEB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B972A-8502-4958-8D68-ED6C389B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953C5-1B04-4A67-8B25-17F483C3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64330-7231-4C12-8369-AA9A001E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6DE88-F6BB-4ECD-BF71-76D9E038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058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08709-0760-4D64-BE18-99BDBF0D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5D28A-132B-4642-9CBF-9F7C5C91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2128155361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C73920-004E-45CD-8F22-030697D1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Threat intelligence platform and feeds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A5B33-4588-43D9-8B55-0BE9CA4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E9477-5E6A-48A0-A5FC-502E661D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C1452-023A-4A4E-A05F-BC7320C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30636-E0ED-4EA1-AEC2-7B50475A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876EF-F19B-4C47-926A-3FE734F1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Threat intelligence should answer prioritized questions, not flood the SOC with indicators.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B92DA-6FF2-4767-9805-621EC9B3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DA183-CDBA-484C-B088-0A189318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AFAB8-530F-419C-A22A-0F196967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feeds to enrich detections, hunts, watchlists, and external coordination.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8AD3B-2419-4684-AA95-7F07D7F5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5CFF8-01F2-481C-A54A-8FEFBD99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97D99-7934-46CB-91D8-C68DD4B8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Track source confidence, relevance, expiration, and action taken.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E89BA-7AFB-49D5-A64D-827B53FB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1B6AD-78C5-498B-9268-2792EBF1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657FB-DA9D-40B7-ABB2-FC018622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9069A-8969-4F7E-BDF5-145EA16D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3977E-AD50-41F5-8E5D-284C5EA4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FA0DC-12E2-4B22-B515-EDAA210F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75A78-05E7-4033-A2AC-1ED038B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7A41B-4E55-46AF-B06D-94675660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44CA4-191E-49EC-8964-8D1B8289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059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C33453-3915-4F8E-BF5B-C55C5EB8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880D7-A91F-418F-906F-0A7DD2C2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232981306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57DFC1-0F1D-4C9C-BBA1-290A320E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Case management and knowledge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4A256-0703-4AA3-82D1-3537816E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83776-B815-4FC5-99E8-9D99BEA5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1BC2E-E478-41CE-8630-68AC7B45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37EB8-A745-4966-BED3-160C26B3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B57CA-EAA4-4273-ABFA-5B7A89F7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case system preserves timeline, evidence, ownership, approvals, and closure rationale.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D8C1F-3C97-47B5-99B9-8FF84419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9C628-6566-4A80-8032-734AFBB8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F7389-AF20-48C5-95E5-25D8A966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knowledge base keeps repeatable steps outside individual analyst memory.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09869-E341-4713-8488-A6F83E26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056BC-9B36-40D2-88E0-E5C3F68E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56886-6A13-411D-B35A-F56B72A9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Both are required for shift handoff, audit, PIR, and training.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2C5BE-3ABE-46B9-8EDF-0D90A078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D02B3-5DFF-4241-95F8-03719F67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4C6B7-D25B-4313-97B4-BC8EA66C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E98CF-B904-4B84-81B1-1C01385A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C0EE1-BB7B-4722-A245-D9B1A679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C79D1-11BF-4FF4-8AA1-04E14F48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2124E-931F-4B6E-9049-B301F18D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13FE8-EC0A-46BA-80D5-F895122B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8682E-EFFB-46B2-934E-6E5DCF0D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060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BF389-4572-4F19-B145-9F5E0BEE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9ACE9-9D10-4D8A-AD73-4F26C3E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221381883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6D38AB-BABF-4162-915B-1F79F685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DLP, IAM, vulnerability, and supporting control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DE38D-D29F-4DB9-9446-F1B902B0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2C0C8-D595-4683-8920-30AD8B71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F42C6-AE06-4E3F-B887-8EB3519A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40B00-D0FA-4C7A-A082-44A37361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F4679-012F-4BA7-A611-30D25334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Supporting control data turns alerts into risk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29A1B-2076-497B-BA4E-F8D64D24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B80CD-F951-4C89-AE4A-D57A7EE5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A2E72-FC0D-4EA9-8CE0-8C4C7888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Vulnerability, IAM, DLP, asset, and data-classification systems help prioritize response.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D72AA-95B4-4893-ADCD-4DE6646C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AEF4E-7DB0-473B-A8ED-7122A751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8B007-1F10-4EF3-B529-71EF03A0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SOC ownership should include evidence use, not ownership of every control platform.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602BE-5E87-41B2-B289-B919D0C0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5D61A-A5AF-4830-A5F6-97EA4B93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3DFDB-1058-42C9-A468-A52A03ED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E14F7-4505-46CA-82BA-23FF0BC2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4EF5C-3AAF-41DF-A449-58EC8EBE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502B7-0D91-4E6D-8300-AFAE3265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DFFC53-849E-4804-AC36-4983BA3D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C939F-FCFA-44AA-8F86-8DCC7CFC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48EFC-0C2E-4CF0-A5B5-5F7CB390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061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D2F2D-29DC-4D0C-9C49-927537C5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06EDA-81EA-42FD-93DD-071AE659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393809318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EA6252-3084-433A-B91E-80D9898A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Tool integration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713F7-CFD0-4A6F-A89B-0CE5732C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1E3DB-78BD-412E-A5BA-41D83F04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0BA68-A9D3-4BAF-ABB4-9539F1D3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BBE8E-6A59-4434-A2F2-1887024B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9F697-FBE4-41B3-AA74-2C6A19F7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Connect identity, endpoint, network, email, and cloud before advanced automation.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F283E-946E-4C13-A7BB-1D27DF61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13353-5924-4F52-8E31-DE9B2D59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0BF39-782F-409D-B81B-9E7F1CA0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Add case management early so evidence and decisions do not live in chat.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7DBF0-6267-4548-8AB0-42E6C0BC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C08E6-8FC4-4691-AFF9-6167E156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3A452-F7AE-4442-8FC8-0F0C9678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Introduce orchestration after playbooks and authority boundaries are stable.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C7E18-9D01-4BB0-9444-E453C5CB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5569B-D94F-4AB2-8C2A-FECE6A89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F5B87-C86E-43D7-B0FA-F4E1B9FD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7AA0D-07A0-4603-9477-8CCC4EA4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28271-E018-496C-A64C-5B6838F6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7A8D6-319C-4175-B583-753E9DAA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31E51-9294-4A2B-B198-CA048DFC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8FC01-56D0-4542-BC1B-00F8148E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FC25DC-8834-439F-8AE4-7D807619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062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D2BBA-8EE0-4E9D-A5D1-6CCB402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52584B-E8CD-474D-B056-17977A9F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637668847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6BACF4-19D9-43ED-B513-76D613D1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Build-vs-buy and complexity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39BA3-EE34-47E1-AE44-085A2E4A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E7313-DBB3-480E-9211-EB8E32DF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63193-9030-46A7-A5F3-3E99727E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8469B-9A93-4CDE-AFC2-33A63FE2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D366C-2E26-4554-A82E-98630E1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Build when team skill, ownership, and maintenance capacity are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8BCDD-98D0-4940-86E9-1D5F6061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3344B-E7E0-459B-BC87-3FC27662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54FAE-8C96-470E-9774-00F09533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Buy when time-to-value, support, and integration risk matter more than customization.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39D8E-13E9-44E7-BBC6-F248BF2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B2944-464B-48E4-9EBF-02FF7C61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0CE5A-B78C-4D18-B3A4-4A79C011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Hybrid approaches still need internal process ownership.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53FC6-8AF8-436E-95A1-1B6AD59B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09CC8-3ACD-4F83-B350-E7EC64B0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D6166-B469-468A-BCBA-51F5E63A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B0575-907E-41B6-AF73-5D0881C0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760E6-5242-49BD-9905-523A31D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3237B-FE26-49B7-A52F-F459E838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DB0DB-3025-41B7-932E-D293C26C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68878-5583-4172-AAA2-C5C2054A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E92E2-ACCC-4333-B967-82411F0B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552F3-C214-49AA-9066-17A82C84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AC69C8-D892-493D-8A98-C6900151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169806688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F5E56A-A76A-429F-86A6-F2184B36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02A"/>
                </a:solidFill>
              </a:defRPr>
            </a:pPr>
            <a:r>
              <a:rPr sz="3450" b="1">
                <a:solidFill>
                  <a:srgbClr val="17202A"/>
                </a:solidFill>
              </a:rPr>
              <a:t>Budget categories: people, platform, content,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5ADB0-F4EB-4F06-89D3-C72C8759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10534-76BB-4B1D-9888-4410A01F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239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3C4AE-6A35-4BC4-94CC-5FAA80E4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2F1EA-80C3-4EB1-BA88-50B66186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9BD3F-EE59-4BC5-8C85-7EA86D5B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383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People costs usually dominate a sustainable SOC budget.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9094E-BB66-47F8-BD07-9049A4BE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E881C-88C3-4138-BB80-C39C22E8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410A9-A97E-4E10-9226-3090F1C2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Platform costs include licensing, storage, compute, support, and retention.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D787C-48F4-4B07-90F5-F2EFB2C1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B7BC9-54CE-41DD-A6C5-658CEAF7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9C447-461F-4678-9A2E-81DAA983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908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Content and operations include detections, training, exercises, reporting, and improvement.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82E44-4846-44B9-AAD9-B53DFDB0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6383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A2402-4629-42A1-9D82-447B09A9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0193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56B9B-55EB-4418-AA78-D29DC195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098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85F45-BD47-455F-ACDA-BD75928A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1623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C27FE-4005-42DE-90AC-04044A74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3528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00E1A-8D35-4E3E-8DAB-FA9A782D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30530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1859B-8464-42BD-BFAD-972DD49A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4958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E6BEB-21D6-4E84-9576-E264EAE6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4483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67469-095E-495F-A7DD-85386E08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FD8D6-0F63-486D-B4BA-1DCE9652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3DCAA-6B13-42B3-980E-E97743A0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650584202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6F69E1-5026-48DF-9165-F3F3AA3A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Phased budget model by maturity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A606D-6E04-4F1F-B80B-D836B1B1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328EF-14A6-4D84-AFB8-8FBCFEC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72028-CF32-4CE5-909B-C6F27B9C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776B3-349D-4E8D-A5EA-E0EAC194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5E5CD-6722-4C55-A932-934243C6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Foundation funds minimum people, critical telemetry, SIEM/EDR, and core SOPs.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3B101-D241-43EB-B969-A50B4301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25CBB-E838-404F-9CD0-5E819B34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E664A-8150-46C6-8E65-78F6414C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Operational funds shifts, tuning, playbooks, metrics, and service ownership.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12C1F-FFB7-4B61-B3F1-069F41B3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4E433-3C1B-4129-B872-9E32C513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1B673-D35F-4851-A459-AFAD3626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Mature funds automation, threat hunting, advanced analytics, and governance cadence.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A8AB9-8E20-4C0A-ADF0-F92786C4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7E811-2498-4EA1-8E7C-F5FB507F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D2195-06E8-48A7-BE1A-EE35530E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F99AB7-77DB-4993-93A7-D4A25A58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47FD6-5851-47DC-8CDD-66AF02DA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8549F-F1E3-4573-88AA-023160F5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3F527-9C32-44DE-A302-DE8ACD85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6C1B5-D4B9-4AA3-B187-F7056C28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D9272-97B3-44AD-B0FE-06359CBB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E52C3-F3BF-4806-A18B-FFEC6541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FA92B-93E4-492A-BB66-C9662F1F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516538737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D6F059-1AD7-4FFE-A350-1D01437F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tool evaluation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EE5D0-7F8E-493B-8E92-3E82046D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F966E-7875-4F35-90BF-494E5F50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ABFE9-6999-4B1D-8C95-D3C9C2DF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62C34-2958-4181-AA7C-47694B38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Criterion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5CC15-F9D3-4E83-8284-7096E03C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AC0CB-7C4E-4FB2-A9B3-A9F8CAD9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F54B3-EEE5-4A57-B957-E90200FC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AABFC-3E52-4852-8299-E566DDE8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15842-A258-45DB-8D39-51288B8D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3EEF5-E626-4AB4-A006-24FA315E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CB908-E651-4022-961B-7824204B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4B3A8-6357-409A-8B3C-C7762663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Telemetry 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792CF-B4C7-402F-ACED-0678CAF6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9384D-9679-4787-B831-C6D7399D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Can it ingest priority sources?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887F6-CE0C-43B6-88EE-8663ECC4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47CE4-947F-4647-8B34-7EFF3EC0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C46CD-804C-4CAA-A5AA-9634B78C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12867-3A79-45BB-A601-C8226A0D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Parser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5470A-D288-4835-AD5B-212E7D40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1B85C-119C-46F9-9949-E4AE5F73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Workflow fit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7B276-33D4-4046-AEF8-6FEA256E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625D2-AC93-4E2C-BDE1-1A0CB7E1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Can analysts work cases cleanly?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8C2487-7C27-4A9C-8B4C-CD18DFC9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2BFCED-D185-4EBF-A4B7-FDCC8085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008D6-469F-49FB-A354-37A30210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05780-333D-447D-82D6-9EBE8C22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Triage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D1E382-6748-4F59-8FAF-EF45003F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A55C98-3F27-4151-A6A0-8FEF4413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Cost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0ABAD-6F37-4B08-8DF9-C5AE61E4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F6333-A9E7-41B7-8804-90BBE3F1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Can retention scale?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7015D8-95EE-4626-A35E-22352FF8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FFFDB-E875-41E1-89C1-FFF65A99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High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2395BA-2AE2-4268-80B2-5F9967CF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2DDD15-DACF-41F4-8A5D-AEBF3035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Volume estimate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0AF60E-0C0E-4C05-A241-0E8A589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1C4FA0-E0C4-4210-B59A-5D0B9F45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Supportability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1748D9-E435-4ACA-8DF9-D4AA33A1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39247B-C13C-4EC0-8980-758F794D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Can team operate it?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45E427-ADC3-46E6-ACBC-82105670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8FBD70-F77D-4EFE-85EA-0A37531E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Medium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159B16-4407-4EE9-B382-3124198E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4057E7-1177-47A3-9AE1-CAC90910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Skill map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4387F0-BCFC-4F4C-AF58-DF398606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066 / 142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DA97C4-9EEB-4C0B-A9A0-766FBA86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758E66-B54E-4C57-A83C-B17F15C4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81025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462196174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FED4DA-EB89-4ADF-941B-40795E9A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budget allocation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9F383-0C40-4107-93AC-D8412657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FAEF0-2878-4322-AA65-903EED71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4F48B-CA45-4E5E-86F2-179AC06F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CC299-FDD5-4D40-898E-2BF4A0D4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Bucket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F5BC8-B972-4170-AF2B-206D18AB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84F3B-BCB0-424A-853F-C795153E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3BF2D-0866-4BAA-90B0-1BD1A025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AB2C3-0358-4B92-B913-04758675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Operational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914A8-50C5-4261-8A8D-903E1766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7D6A4-B772-4CF8-B987-9EAC2C71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DFACD-F239-4367-9C9E-783D41E8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2D54B-F7E6-404D-97E7-071F26AA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People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A5751-71C7-48D4-BB88-C36303C0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88397-9C6A-4598-BB87-42304BD8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Lead + T1/T2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A2D9E-0062-4B4F-B01E-9B583178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E1E24-8F63-464E-BE05-068D5D69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Shift + 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F5241-3FD0-4044-AA84-4E4F5FCC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1D0ED-AD9B-46B1-8878-102A2430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24x7 + specialists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89E10-FB11-440E-B3F6-58F45E2F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8A8B5-B736-4EF0-9D6E-FE3834A1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E14C0-3696-40ED-803C-5AC6499B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980F0-DB74-478B-8634-032C0E5B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SIEM/EDR 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38477-AFFF-4B8D-ACAB-84E2BABD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A529DB-CFAD-4899-93C9-BAB58F9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Retention + case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BD87E1-AAC3-4A68-A73A-4E7A8A4A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96EF0-A71A-4112-A961-15923BFF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Automation + 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874599-CC18-46EC-B213-C764076C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C33DD7-B2C2-4F87-B211-76DB1357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95FCB6-9660-4258-A835-4AA75782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F664BC-1420-43BA-B6C0-3747E44B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Top detections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DD2369-24AB-4DE3-9B36-AE7CCC1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E97129-A8F3-4C8E-8889-D3D22710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Playbook library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BB22B5-EEA9-4FE8-8D10-B3A3933A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CC6875-815E-47CF-A0B4-5406AE31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Threat-led coverage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996156-1657-47D9-982D-841F2AD1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5E104B-F73C-4F19-B17E-227D15AD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Training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BB19F3-D966-412B-A317-11243111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B23558-09A8-4D6D-8361-CF9766C4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Onboarding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0BCB77-3AF7-40E8-8076-B5A09AF1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050105-C4F7-45AE-B673-1C9D458E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Role labs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146FAF-EFF2-43A7-B008-D03C0B85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DF5DEE-D9C3-4B72-9A9D-CA214C97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Purple-team cadence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986F99-8889-4675-9628-30ABA3E3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067 / 142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AB2087-F04B-4B5B-91E6-8AC89A37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AD3B3D-43DC-4AB6-A3BD-A3D958F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81025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1179841294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3DEBD3-E4EF-431E-A184-94B464C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Worksheet: prioritize tools and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67047-65EE-4AB0-ABE6-92731EBE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B7DCA-F065-4B16-ACA4-E9AE6D7A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2124A-0347-49E9-B022-2F7D87C8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EA69B-F95D-4A21-B71C-E0DAEE05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A82A4-3E06-4BBA-9113-0652D149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A865D-1A55-457F-9336-323D6CF9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62B89-5C9B-405F-ACD7-9561B927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5B56A-B794-470A-860E-8A385D01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964A6-DF99-4EDB-BFFF-87C55C5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996FA-F6D0-4A3A-A7A0-B00C3184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1F2D8-C6BC-456E-BB2C-24DDDFDD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C0027-A0A6-4103-BC24-EFC4DF61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34B43-9417-446B-BE96-9157377B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1336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E855B-3387-42FE-8201-BAD53ADA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9AA1D-FA26-41F8-9715-2DC9B68F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0480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75D5A-2893-40D5-B228-5B798046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0B2FB-2DB2-4BEC-A3C9-9F9BC72F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9624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D63FC-C8F7-44FA-A32C-47620951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55EF3-63DD-4884-9BC3-DA92C8CF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8768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66D20-1098-428D-A3A4-F894EBD4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CD7AE-F66F-432D-8084-C663D7A1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7912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40B9D-D8E5-4E1F-A363-C1147F2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436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56F7A-C91B-4B47-B285-4939CD24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0560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E3931-2F8C-4B00-A505-ADE4AA4D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068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71380-5CAB-4AF3-98DB-9D8A5081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70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Technology Stack, Selection Logic, and Budgeting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D04EF-37D0-4F1B-82D2-D8D7AF0F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94869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Technology_Stack, Budget_Staffing, Log_Source_Matrix, Vendor_Evaluation</a:t>
            </a:r>
          </a:p>
        </p:txBody>
      </p:sp>
    </p:spTree>
    <p:extLst>
      <p:ext uri="{BB962C8B-B14F-4D97-AF65-F5344CB8AC3E}">
        <p14:creationId xmlns:p14="http://schemas.microsoft.com/office/powerpoint/2010/main" val="403852427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B72A08-2B70-428D-A680-0AD847E3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SOC operating model in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45485-13F1-4C64-BBDA-9B2D7C8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5DD9E-4D2F-4D60-B890-FE6D7EF1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2135E-6D44-45E9-925C-9FBD773D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5ED82-88EF-4571-BE17-474F0601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98DED-1F81-4F97-B378-C5A50C87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Production SOC work is queue discipline, investigation quality, escalation, reporting, and improvement.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1877B-1F2C-45B5-95FE-30FFD56A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A4964-AA2A-4DCE-901D-4592200E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11A3A-E92A-4587-9541-E09E3C0B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operating model must define what happens daily, weekly, monthly, and quarterly.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B4EB4-275C-470E-8241-34854AC8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0F085-C4B9-4C35-B13C-51E7693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605AD-77A4-4231-812C-8F07DB81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Metrics should reveal both risk reduction and operational friction.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1E56B-FE4D-48B7-9C26-5401DBFF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E9417-8EEC-4149-92BC-9D2F592A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0B347-D700-41DA-A5A9-05917D67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E22EA-B664-44A2-BB2B-B9EE89EB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DF6B2-4BA8-4CF7-9E1D-2DD72147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519A0-C2F5-47A0-8A34-73D45A88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34C4D-39FA-4186-B595-9F543596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07FFC-7F33-4600-87E4-90D9F663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F9772-D8BA-4C72-AC5B-BD4A7EAC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069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90924-B903-416D-A823-DD260BFE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E7C4C-937C-4DC4-B969-346A7B1A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769183341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E6A46C-380E-4855-8A48-E599D598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Service catalog and what the SOC owns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E1CA5-F52C-48B6-B90C-6F82CAB6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A050E-6F1D-41B3-A51E-CBB24BA0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C8E63-8C66-44C2-B233-3D6A6443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4E941-16D3-4B6A-BE74-AF386FAA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C0D5D-1E58-4E6B-AA8E-ECA399AF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service catalog defines what the SOC monitors, responds to, reports, and improves.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C5FA0-EB94-4DB6-9816-D05FF827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96FF9-F1C6-4166-B168-E93A4DA9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26948-5CB7-4573-90F2-F539C41C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also defines what the SOC does not own and where handoff occurs.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72F4C-0841-4B85-B00B-933B2F1D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D4EDF-C229-4615-833D-8BB9D716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A6960-4C12-4B8C-8F01-B15BBBD9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Service clarity prevents expectation gaps during incidents.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A00DC-A1FF-4E19-8214-B0C2C905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A2AE5-BD37-4778-8AFB-908066C5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42E49-9BC0-4764-B3B9-E78AF4D5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85B67-4159-4B1F-A494-E0E1834D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6335E-00C4-46B5-898D-E4C9ADED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F9E34-77EE-4187-B84E-C381D41E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E4EA8F-4B04-4BBE-91AC-01794A84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52C12-2371-4CC4-A09E-9B09C79C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5B21C-A2D9-400B-AF02-070FB2FF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070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67F56-FAC9-46E4-9D58-36DBA4FD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41913-B183-44DC-A250-ABEE180D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14620655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932E92-121C-4C80-923B-26875BCA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Alert intake to triage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CE75B-E123-4E40-97F5-728151AB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64423-6DC1-479E-B4D0-05BF93F3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EBF92-CA42-41E0-90E4-A4996026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4A235-F8C0-4BD0-B7AC-98443699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370AB-97B8-4A9A-8173-CF584E7A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Every alert needs source, confidence, affected asset, identity, severity, and routing.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CD391-2705-40F3-B8E5-1BCFE88A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FDC9E-4C75-42E3-AA0F-7156321E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FFCB3-C4EC-4F77-9C26-5562B88B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Triage should decide false positive, informational, investigation, or incident escalation.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3AEBB-DD8A-4755-9188-AD777C9C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A69F0-2819-4B57-8783-3FA31C60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94B46-522E-4B38-B9B3-5F81346F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Closure reason quality is an input to tuning and detection engineering.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DD850-4F48-4782-85F0-963AF67F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1451B-EA86-434B-BAC5-6A8B5B7C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AACBC-CE20-4806-A945-6D85AA5C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D3E18-38AC-4B51-B094-AC0C560C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42C00-07AA-4678-A567-3A0AEF3D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62D0F-460E-4679-8972-52AEF790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D2543-F744-4D92-9A71-78FB95D2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C3EA2-DDFC-41C3-B6E1-6E17AACB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12786-8CF2-4B5A-BA35-D895FE08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071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FADD3-28E2-4FAB-8862-981325B7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22ABCE-7CC4-47EA-B322-FB1B88BD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485589222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DFF95A-54EA-4E2E-BBD2-3B3EADF6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Escalation path and authority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E93E4-C720-40FC-94DE-EF17590B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5B1FB-C5D4-4E95-B012-DC4AA4AF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A9EA7-E46B-40DA-A53C-6E494643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8964A-8795-4C99-AA63-53A17D9C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BF900-3BEB-4B3D-80D3-6C50D707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Escalation is about decision rights, not just notification.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CDE74-8118-45EB-BFD2-2E78D2A8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3DC38-07E3-48BB-9A09-0337EF94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8B9C3-0A87-475D-93D8-5E8F8E64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Containment, shutdown, legal notification, and public statement need explicit owners.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B13F4-36D4-4B35-95D6-8CAB88A8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7D0BB-CC2B-4416-AAD0-20BA62DA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A2DCA-BD50-4B55-8F24-75944E2F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Time-bound thresholds prevent incidents from sitting in uncertainty.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918A4-2144-4C4F-87E1-7389CED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A8A7E-E212-4468-B454-0FAB2CB5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1FB95-026E-4521-967A-D9C32C3D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D3A7F-2019-4BE3-AB79-A13D3680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6B195-AF73-413E-91EA-3C38F7C3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1C967-386A-4C14-9D9B-688ABDD3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A257F-3A66-4448-BFA8-17418D87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CD0E7-DA6F-4697-848F-882BBE35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84BD4-D288-4DA9-AD42-5F6C9236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072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B6E13-DE03-4E3A-B623-B58702B0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192D4-9D33-4C67-9FF1-50F6A6EA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411230469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39DAD7-609A-4DD3-853E-C42523BA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Shift handoff operational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86E57-8AED-40CB-BFFB-74008DAD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AA2A9-D314-44EB-9970-B1D77F56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B3045-E4D3-4B6D-A359-2529C06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95CE3-255D-472D-8012-CF4C5F3B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80D44-7A76-435D-8E36-E24DF99E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Handoff transfers active work, fragile services, unresolved decisions, and monitoring priorities.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41D8E-3191-4691-9F90-62EA1594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D2DC0-98AB-449A-9507-39AF7B90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73C6F-B832-4E0D-9E7D-5BAA9F6F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a consistent artifact so each shift can audit what changed.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FFA33-32CB-4862-BC77-8607262E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A1AFE-EC9E-4B0D-9965-FCEE3508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CAB64-E43C-4FEC-A3DD-35D66CA3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Escalate gaps when incoming teams cannot continue without rework.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15A72-8992-47A2-A4B3-60CC7757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C5B22-9D82-4CAF-8E1D-7811F2A0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3C723-21B2-48B0-A00B-6B98D3B8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91A1A-C609-43F1-8BCE-9EBC9522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12857-742B-47D1-8965-86D5D2E1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02077-D59F-494C-8323-765D33FB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50A73-05A5-473C-A5A8-1157BF10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46817-BA94-4AD3-8FDF-26EB8670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38707-E705-480C-914A-88219F52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45618-4766-4607-B8EE-A8478F00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22812-B180-4983-BEC1-4B3CC759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574417740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DEDD9D-C4E4-4A7B-B009-72E06469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KPI model: MTTD, MTTR, quality, 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E317B-12B3-47C6-B048-26219288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FCEFF-6BE9-4890-B30B-441AA78F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16DA8-1BFB-4DE1-B556-AEB449D3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C4FB5-409D-4DF2-BC0E-3A966DE4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FFF7E-7D14-46A0-B9A3-1BADA792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Time metrics matter, but quality metrics show whether the work is trusted.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F382F-98C0-47DB-B605-61B7D5DA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70762-456B-46BB-AC44-559F736E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EA35D-7DED-49DB-ACDC-32AE4083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Track true-positive rate, escalation quality, evidence completeness, and backlog health.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246C3-DBDE-4D00-AA1C-0EB1BD9A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E9F7D-8419-42F1-A7F0-EE1414E2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34920-8574-4A93-9C9E-A7E8E93D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metrics to decide changes, not to punish analysts.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D274E-461B-40DA-9872-4AFC890D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267D7-43AA-480A-B68D-4792FA9F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E0A6A-4389-4553-85E1-F81655EB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C714E-6562-4A79-9B63-E7EA370D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19228-BFA3-41E2-ADE3-C17DFEA6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E9A63-C8FF-42AE-8EE8-F8BE4F57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F70BB-8864-4F19-86E7-BE3354B6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A69D7-ADE4-4E94-A623-19753FFD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20B28-E5AD-4C2B-94C9-6A1DECD6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433DF-BB46-40E3-84E6-E779C948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FAB0E-64DC-46DA-A855-5E909387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255684970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60C91C-47F2-400F-9FC1-CC651664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Detection backlog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10A81-FBD4-4CFD-ABE9-F9DFF4A6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CA28A-DF4C-4876-B9BD-F1F287E5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66126-CC52-4D2E-8CAA-C4424B38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0DF7F-E41E-48AE-A87A-25364381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5C564-1091-4313-8B9E-3CE39FED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Backlog items need threat rationale, telemetry dependency, owner, priority, and validation plan.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F13BC-579C-49DD-9CA0-46C58CB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8939B-FCA4-4BC1-8B5A-242B5213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E506D-D536-43BA-9A53-B8A3E89F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Prioritize by business risk, threat likelihood, exploitability, and detection gap.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FAD37-830E-4061-9A04-ABA24F17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70086-7DB6-4E87-B487-714F0D7F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A039A-AB47-4598-90D9-E8D80A69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Retire content that cannot be maintained or no longer maps to a real risk.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D12E7-14A9-4192-AC3E-0BDF74A9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2EC2A-0121-48A9-BD87-600EC495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459BD-8127-49E6-8E93-56F1CE92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8CFE5-11F1-4645-B7E1-015DF580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4E209-C045-4713-A0FB-3F83D31D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0C5DA-502B-4E62-85D0-C3D7F309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FFE8F-1DD4-48EE-9666-897B5C92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43A82-D9EE-48E5-994C-A5B9C592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7DB63-D093-4BF9-B33A-E58C2BC5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F1B7D-6195-4D58-9874-AC32BC71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DA843-1A64-4AB0-9D3A-B65CB928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54969416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FD2440-3EF4-4B94-B07E-8FD50CF7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Telemetry onboarding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33938-B282-4D4D-8220-161BECC1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9832E-CDBF-4C2A-89C9-2F8AA3BF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DADF6-8CA2-444B-A75A-8599C11E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52E83-2466-4CB5-9D8A-440338FA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1C522-EA28-48A2-A780-99ADF2CF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Onboarding is request, owner approval, parsing, validation, use case mapping, and health monitoring.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45469-0EA5-4FF8-8D25-93548450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CED6F-1586-4CBE-BE33-E8566204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7C1DC-9AF0-42A2-BEE4-B66B332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 source is not live until queries, detections, retention, and data quality are verified.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BAF41-AC55-4B0B-B6AC-D700CAA0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55A59-6464-4EC2-A187-AA7BFD45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0E13C-D334-420D-952B-8CA44189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Assign owners for source health and schema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2A042-6E3D-4ABA-859F-989DEA25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6E976-1822-4908-ADCB-AF5490F6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EE06D-2D23-4266-9321-4C7D4EBD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9487D-1689-45A0-9F59-54A9DB18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E47C4-DD91-4E67-B6ED-457A6462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8D13E-5A3D-435B-835F-1B30B01D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FC749-9C72-4BB1-9608-A7D80350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26987-BEE1-4AE1-A633-2258E304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3843C-B293-4847-9AD9-D63B3B1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076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F5CE0-8AA1-48EB-BC3C-05EAB737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55000-2A91-4757-9E06-9AF7743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900908134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30DC4F-56EC-4E75-AC79-D9516A37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Alert tuning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A4DB7-9EED-4BCA-8778-F342500F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81267-50C2-4806-9A1C-C180C53B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0633E-F735-4CB1-8DC1-4AC83F67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40009-57AA-4B25-9C7A-1BD6470D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C4494-CE8D-429A-9D12-B5CCC53A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Tuning starts from observed false positives and missed true positives.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28F44-9711-4DFE-BD58-2C00F648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360E8-164D-4352-9ACF-D0194012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AC54E-3612-47CD-B208-FF4F6C9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Record before/after logic, expected impact, test cases, and rollback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98470-7310-496B-9495-ADABA52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F41B1-B349-40E0-A27E-7E00B95D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7CC57-51E8-4144-A3B9-38226BA1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Measure quality after deployment instead of assuming the change worked.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FDAC1-2E60-4489-9DEA-7B957F80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264A5-6C89-4CCC-BD3D-36D7B943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6D008-4289-43B6-B09A-035AB3C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DCAD2-90FE-4595-A483-3FB443F0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E6782-97B8-43ED-A2DB-01D4D507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1A1ED-6BCC-4228-9CFB-862F3960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F949A-AAC1-4937-8719-2ED75885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E917D-68AE-46EC-9A5A-6871EAC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B2F71-DB0B-4F9B-840C-45C2C7A0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E08CB-CA14-4F75-BDBE-90975661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B4E1E-F17B-4E4E-A8A7-9CB04D29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882582543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478BA2-D731-4863-9126-E93D3DE3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Governance cadence: daily, weekly, monthly, quarterly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4D9C0-94EB-47D0-802B-4F4AD7C9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3A414-5325-4474-B0FD-36925021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7CAF8-5D63-48BF-B41F-CD7B5B38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31C1F-6DE4-413C-8B54-ED1330A8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7EDC3-F0CF-4C2C-8728-16D35643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Daily manages active operations and incidents.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B64AB-6F77-49BA-9A8E-AEA82A53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318CA-0734-43C2-B081-17A32F9F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86289-5247-4C3B-9119-FA3E819B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Weekly reviews detection, telemetry, and remediation movement.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F7196-0DA9-45B0-86C2-1442B566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D2C1B-F0AA-4778-AB3B-6DADA900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5DE9C-09BD-4CCC-AEE6-B9A12E71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Monthly and quarterly governance turn operational evidence into funding and risk decisions.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CA28E-EE20-48D4-83B8-F1192342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1B936-BABC-406C-AECA-24C19862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6D023-58F8-4F56-B556-7B273EC4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55873-E952-40E8-A3BA-A9B110B8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D45D1-A53D-4D20-9A87-8E7938AA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42935-AAFB-41BF-9BDB-78E68BDD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213CE-E479-4973-9A34-2A29E8D1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AB7D6-66EC-4D05-8CDD-3043BADB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8DCAA-F520-43DB-874B-A532E1A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078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7D473-4BD1-4877-9E6F-E4CCB36B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A3AA2-76FA-4167-AC09-BAF8F8A9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2110683128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316CB5-E8C6-4873-93EA-3815D4A8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Control ownership and accountability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5857E-868E-4E9C-A576-B52C6354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31198-7046-41E1-8D30-E458EA64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CCDF8-3455-4968-8591-E69E5E6E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59858-0840-4BDF-B143-A42470D1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EF103-1485-40E5-BF24-05737598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Every control needs business owner, technical owner, evidence owner, and escalation owner.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8A79A-6EED-46DE-BC57-D458B0D0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7F0CD-28F7-4F78-9A46-6BCF28F7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59BD4-A0EC-4F11-B734-29EA7ADD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SOC can observe control failure but may not own the fix.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1F965-3EB4-477F-9AB5-8D573476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97482-7751-496B-9409-674B34B6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B189A-A679-40C6-A2B3-68363952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Accountability is strongest when evidence and decision records point to named owners.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68BBE-7F36-4003-8C88-28582AD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701E3-83D3-4631-AB7B-2A6367EE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B6989-3658-46F0-82B0-A1FA4598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51177-8EBB-4F7D-B060-A43D7179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C5D0A-B582-44BB-AFBC-04252612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B3F03-35A6-418F-8E66-C5078F54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4F97A-BA81-4B20-A97E-5BFD6D73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87F1C6-A5FD-4044-AA50-08CBDADA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EB5E6-6AC7-499C-A2FE-7975F0D2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079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F9E86-E554-46F1-B03D-F784D33A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DA02E8-F710-4665-9A67-AE1AC610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745685705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C72EDE-B7F5-40A5-BC9D-9075E4BF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governance operating calendar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25B5C-0C76-48CE-B8F6-F1BB8ED5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1FC8B-141C-4E57-8B77-AF937FE4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302A4-B02E-4D73-9BC0-317FB87A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D244E-0D27-4B9F-A672-41AC8D85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37D96-E342-4D6B-8342-06DFD1F0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B3F09-F658-4E40-AAD9-728C55AA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Meeting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0C5CA-62FC-467C-A592-5058CEF6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70263-A3B9-4109-8138-B156CD37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Core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7DBDE-B11C-421E-8443-7F6223C3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2FB0D-2375-46A4-BBE9-00A1790E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D375E-0F8C-4D4D-B00F-15819D21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94630-79C9-496B-BB48-93747A9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Daily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33759-F996-4070-9CFB-E5A2F3F3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FCD0F-8F2B-449D-95B1-BF849395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Shift/incident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9D6DF-1050-4B77-8C2C-C90543DE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1A329-3A88-4406-9F53-9D62CCFB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Queue and decision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0598C-88EE-4BFA-A18B-2C845096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285DE-744B-4906-BD42-ECA49415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Lead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42951-2AE6-4CFF-90C8-A8BFD99E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3C3BAD-04A2-438E-BE07-90A0810F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Weekly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C99A3-FE91-420F-B1E0-D7FE9A74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C5080-5A7C-475B-8B1B-13CA51EF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Detection/telemetry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88322-3753-41B1-A798-4724EBDA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9712F3-4050-462F-BF76-7918A255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Backlog movement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3818EB-D5C8-422E-A06B-CA7D4753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13B06-742A-42FB-86E5-B6FFF086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Engineers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DB2642-FE7A-439E-8DF4-45A8ABCA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FA8740-3826-4118-AA82-FC148CBC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Monthly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4FA7E1-35B5-4C17-BA7A-A526B17F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8BC288-BB26-4509-80BA-6C8BDFA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Governance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B6DFFB-2C32-45DC-B001-69AB6D06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953662-2B70-45A3-836E-9F16F905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Risks and actions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B48AFA-ADFE-4623-9957-70B78A1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3B9E07-A5BA-4E9C-893E-C7ED8109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Manager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CA2E35-673A-4D97-926C-0C94B9CA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0265AD-1C66-4562-98DB-B73C1FA2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Quarterly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34CF16-CB0A-4DD5-BA7F-9F9E8C70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400B04-6203-40FE-8AA9-7E8ADAF3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Executive/board pack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4DFE47-AA87-4D6E-9776-37A9EFB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B88900-FA87-43AB-8418-BD362E02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Funding/risk decisions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1241E7-DED5-4765-9EE4-E02CD346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37001C-A4F7-43A5-B8CE-702169FE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044927-204D-48EE-91D6-700DA320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080 / 142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1C9664-E9C0-47D4-B6C4-4A43A018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B68303-5EA3-41C5-9FF0-7C63226E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581025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916697390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5894FB-D23F-4CC1-9F70-0CFAA93D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service ownership / RACI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223AA-50FE-4E4C-9554-71C11949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2B0DC-3C0D-4CE2-A2C8-FA23AB72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D7366-AF13-4E6E-808F-F2B42517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0DEFB-4BA7-4E89-93C6-068E8BC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1F5C0-FA10-4E94-ADB9-16A2B60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173355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D5019-4468-433C-AD5A-01CAF39C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96693-5F19-4C25-8501-B8B5B73D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173355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7D0C3-E203-43FE-BF45-A7E53C73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478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3B9E5-023F-42A1-B5B0-0E34E94B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173355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BCBD9-AAC2-46D5-8A9E-2A307FA0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478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5936C-634B-47BB-92B4-6F47A183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173355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84816-97B1-45AD-8A51-60761FF0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18478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CISO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2CFD3-A14F-4F4E-8291-917CCEEB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A923E-9D43-4084-AE09-7A6CED79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Monitoring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45FEE-4F2C-42CF-ABBE-CCAE0EB0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23431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E2AFA-74B9-48FC-932D-02BEE973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A4FEC-547D-4448-BA8B-52D8BD17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23431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E6F57-225B-455E-AB50-44AD6A9F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A84E3-5F77-46B1-9AFB-9DDD1E55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23431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5DA1D-B997-40C5-9C34-DEECB8FB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89BC5-EC43-42D9-B705-EC422291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23431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E0B51-3FB6-45EB-94A1-DA3B304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24574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6C7E1-825B-4F50-83FE-0386AB91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108A5-4625-4F2C-9082-717FE48B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Detection content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FFB30-D624-4EEA-9FDF-317A5DA7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31432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74471-0DBC-4190-A672-D53976CB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48F6D9-BE25-4911-AA33-7FF3C057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1432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700113-3E2A-4631-A4D1-3BCEBEAB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481B2D-5FC6-4E8A-8280-9EEFCB0D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31432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B4A38F-6526-4D6E-835C-78BCCACF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575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83D3F-7B66-42C1-B854-86C96C6D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31432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A21B40-5683-40F7-BBDF-0EE4FBC3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2575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045BA1-2BF0-4569-9CF1-1DCFC44A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E22C0F-9968-4E33-A27D-6DBEB3CC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Containment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95D8FF-A674-43CD-A7C2-13374B6E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39433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F41CEC-E9FB-4A25-A9E1-AD7CA9E7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576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271357-9A01-487F-86F8-5589FF5E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9433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B742E4-7ECE-40D1-9DA9-406B2FDE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5560F4-EBE4-4646-B5B8-68F6AD47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39433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D4343B-36D8-4176-83A5-D5F1CA8B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0576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A/R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E65545-F2F9-4131-AFAE-AF5E1D9A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39433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581F9A-5A3C-4E86-B8CF-2B052245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0576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59F377-C890-4179-80D0-A3DC2005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A0F9EE-EEDE-4A87-AC81-FADDBB85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External comms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7ED0F8-515E-4D65-B06B-17AC6AB7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47434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F2B7B9-C1A4-4957-A4B3-F9EB97E8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B62C9A-7714-4B15-B19F-2964DF34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47434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23894A-4C00-4CDB-9473-594CBDAF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57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9D0008-6A7A-4C4F-A98E-DD50DB93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47434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7F9078-9EA0-43AE-A188-9BD66A4B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857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068B95-3CBF-48C9-A369-414211D6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47434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1B141D-6454-4C6D-A76C-475D0A81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857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9728E2-61B2-438E-B69C-5C72437B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081 / 142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5E6C81-09E8-4D2F-87BD-F47E9556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CEC44B-ED56-4B11-865E-51F8C891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581025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1866548146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142D4-C993-4B44-9FB2-C0C6004B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Workshop: map your operating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FFC54-8F2D-4136-BE55-7B5D2838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60795-9E19-4DA9-B667-F96E712F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E61AD-BAC1-4A34-A088-C19CC98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EE280-8257-413E-9099-66BE8C8D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A6EB6-19B7-4EAB-9520-98ACF5EF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E13F1-3902-4416-A6FC-42127100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33F16-9104-4340-BE06-8C034776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F0B8B-35E0-4E4E-82A2-0E9A3F9E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625D8-0F40-48CE-B5AF-7F426316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207E6-49E9-479C-BDC7-263B586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19CE6-0F5A-478F-9AE4-9C1276CD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823BB-6A4C-4309-BF65-A52B923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007C6-3CC2-438C-BAEC-1DDB34AA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1336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F6E75-036E-474A-A08E-AC1DF23C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99FEE-E24C-4027-87EC-FDF61AA5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0480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DEFEC-8356-4F0E-AD3E-83414A59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0DD17-B83B-4C7B-B32D-2115F4FE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9624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A879E-89A3-480B-B698-10FED4B6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23612-9B81-4B47-97F7-73CF0AC9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8768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ED14C-EB78-472D-A64E-F154E792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B8B63-7DD7-4592-9C6E-C33F449C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7912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45740-44DF-441F-97FF-45C3FE41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436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9D659-2F95-4F48-9658-A5C66CD4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0560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F2C680-B53D-4DCC-929F-4171EF7B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082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D45581-469F-44F5-BF99-5EF3E3B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31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SOC Operations and 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C352C-543D-4AFD-A5ED-4FA0FB3F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9601200"/>
            <a:ext cx="20574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06_Operations_Management</a:t>
            </a:r>
          </a:p>
        </p:txBody>
      </p:sp>
    </p:spTree>
    <p:extLst>
      <p:ext uri="{BB962C8B-B14F-4D97-AF65-F5344CB8AC3E}">
        <p14:creationId xmlns:p14="http://schemas.microsoft.com/office/powerpoint/2010/main" val="705614055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338F75-3DEF-48CA-B481-B75E2783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Detection engineering 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53A4A-D1D8-43A3-AE50-7B928A47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A50B7-7E70-4666-8602-F5FEC839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3751B-03E7-43B6-AAC8-41A7E453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12ADA-5C6B-46DE-87AF-68C72A08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10435-E256-41C7-9AD0-603BC55D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Detection engineering converts risk hypotheses into tested, maintainable monitoring content.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0EDC9-9631-42BC-9AFD-3DAC3F3C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9FCE0-9EC5-4A92-80BC-FC91968B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BAAFD-3B50-4EE9-8B26-8C9E831F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ties telemetry, rule logic, validation, tuning, and playbooks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FE0A2-4875-4479-8DBA-069E4DB3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449BE-1D1E-4748-9B2B-52169B8F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283A7-2E3B-4731-8319-B0F21CDF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Its output is reliable coverage, not just more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3B68E-D9C0-4667-B688-AF7BC505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DD318-4764-4A51-92B0-A2CA3BA5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C4738-D03C-4A05-8714-274E6555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543B2-9197-4D8A-A118-2411594A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77CB9-864A-46DB-96E3-B046D2E5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03CA6-0193-4840-9132-A4408261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0EE12-2EBB-403D-AAF2-76486593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631ED-7C68-4FD2-AD1A-7CDEF402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DDDB28-ACBB-466F-A9AA-949B98DB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FB825-D378-4299-AF18-42BA8475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F6AF5-F791-4913-8935-3EE0FC0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448915390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73F03C-ABF4-43EA-878A-578DC3B5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Use case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AB664-52DA-47B0-A0F4-B321272F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96028-75C8-4C35-95E8-799583BA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913C1-05FB-453E-94B2-34D0AC69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DC792-85C8-43EE-8645-F31A2E59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2971D-FF1F-43EB-A6F1-6CBD93D5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Start with threat or business risk, then define data, logic, test, owner, and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2E8FC-167A-4B44-9322-785528EB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8DAB0-23FC-4131-8EC7-A984AEA2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8E9DC-3068-403F-B49B-89E5AEBB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Promote only after validation with representative events and false-positive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F4CCA-4D0E-493B-BBE1-0D196204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FF635-4802-4FBD-9DC9-872B6D9E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2A078-76DD-4C4F-8F21-FEC1C530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Review regularly for telemetry drift, attacker changes, and business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83632-F560-457C-9C7F-334114E1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37743-CA01-4112-8B25-CB21D29A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2147E-F1FA-49F0-9C9A-435221B5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2C07D-A66D-427B-8350-DA62B6F6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6A45B-758D-45E3-8F6F-A0AD78A2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41395-001C-4E05-AA8D-DDABE6D6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DE2A8-F2EA-4EF6-931F-33D7AA25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87E8F-FFE0-4B7A-B49E-72C6FBEA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C0FC3-BF08-4979-982A-923CAF22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15902-DE47-4559-893A-D635E2D4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C431E-857D-445D-B1EC-B22DC50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4580705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FEF8EF-25DE-4659-AD36-CAF2AE50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Mapping to ATT&amp;CK and business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E49E6-270B-4181-8ABF-13B96496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33E9F-1C1C-4561-BD68-32D577D6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D0210-DB9D-44F2-AB97-28CB2EEE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8AEEA-4401-40E3-AC3B-97271196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CABCD-4869-4126-9634-385DAAB6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ATT&amp;CK gives technique language; business risk gives prioritization.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B4267-5B45-4839-87A2-320F1C8A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1C079-DF85-4EBC-8CAE-6C990C54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C56D5-ED9A-4454-8095-FF8EB5AD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 detection should state which behavior it observes and why the organization cares.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F0BC1-B3CB-4B7C-820A-84170105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4EB59-DE03-4D74-9FDD-41790AA1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F45C9-ACEB-433C-BF98-B104DD7E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Coverage heatmaps are useful only when telemetry and response quality are also known.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4CF14-C523-4831-AB3C-62EA0BCA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FB972-9566-48FC-A4AB-CCEB5882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5611C-AE4A-4CEC-8F09-B28D84D8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CD2FA-A840-4C4F-8C36-86C38456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2044F-50FA-4047-8E39-E81CA630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405B8-56A2-4F65-83A5-1564AD56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B6B24-1E7C-4A50-9C7D-563E88AB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B103E-E07B-4F8E-A1B3-DEDA92CB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C5677-0811-4B55-9BAE-EFEEB249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C257D-CD44-4682-BF33-CBCFFCEC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ADC5D-14F6-4480-BC70-A59C4EF7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235178024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473B0A-46B7-47EB-9EB3-E5702D93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Telemetry dependency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8E33B-6556-4D93-8D25-C3CC957D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81DED-56DC-4742-9225-155AF7E4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692C2-8593-4B4A-B9BC-E23A72E5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9C82D-5363-49D9-9494-0C3CA9E3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D9D48-3C38-449A-8D67-C2AA9754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 detection is only as strong as the source, parser, retention, and context behind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D8050-2775-49CD-9070-AE70B553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862D9-4783-4C39-B8BF-9A7187CE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E8578-DF19-435D-A583-1F3ECC6D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Document required fields and expected event volume before production.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089F6-51C5-4AC4-B6A4-64D4201F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DDB91-9A33-46D5-AC12-D623BD81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70615-99CE-4293-AC33-FE0D168D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Missing telemetry should create an engineering backlog item, not silent failure.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7C10A-EF53-4312-8EE4-1BF46B5C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DDAF2-22E5-4A48-90A4-AC20C728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D3630-E1D7-40D1-9B3B-7E34F223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AB8C4-C5B5-4F43-9235-7E936300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BFDBD-9C69-4A51-8F4B-B0E66AA5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E6B47-288E-4083-B78D-6DE11B95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88904-F59C-4E03-B11F-54287700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D426E-9BE8-4A7E-8AA8-7DFD580B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52F2A-9738-42CE-8BCD-AF4CB0A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086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724EC-3BAB-4718-BA5A-176AFD25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9DD54-047F-4BAD-ADEA-EE22EC44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732204107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963DF0-DC9E-4C8A-AA1E-F150D3C9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Sigma and YARA in the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63931-93DC-4BAC-86BF-1197CC17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615F8-9FD2-4995-82F6-42AE8FE0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42B28-67D7-4A5D-B39A-1B1E065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C97B0-69EA-4186-98DD-E65CE8D2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70270-1DA3-4D1D-9405-2570EB57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Sigma expresses log detections in a portable way; YARA expresses file or malware signatures.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FCB8C-4F64-4E0C-9756-23EB2ECA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3ED86-E7D2-41A9-AB1B-292C9725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3A302-E1F1-4C1C-9283-447AF36E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Both need local validation before production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A66A6-18F8-4BC8-953B-262F6F15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AE541-FAC2-4220-B017-E36C2B4F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AE6BF-F277-4A63-B2DB-49E7D44D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Rules should link to playbooks, severity, owner, and test cases.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89329-F5AE-4E39-A133-E3110296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4A743-5AF4-415B-8460-05A4B0C9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31A2A-6725-4AD9-909D-C47D16B8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D2E15-1549-4582-B74C-9B0BF560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35FB8-58B4-400D-902B-5294238A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117BD-78A9-4DFF-AE1E-D27329B5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34899-926D-4F19-878C-42E22CB3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E524C-0E60-4A88-8F71-E821FA6D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110E0-C15C-4297-B02D-214BA002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B18C7-F380-4588-B482-DFA50718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04903-4FFB-4E52-9231-2880FF93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927645357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739202-2CBB-40F1-A9A4-A1F6D886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Detection content quality attributes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1C56A-D73C-489D-A085-952E20B7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82D55-84C7-4056-B3FF-15079260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A5552-DA63-413B-99D9-F420C01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E0D76-07FD-4C05-B0BD-E0244705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7AC68-8CEF-4580-80B3-150E50B1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Good content is specific, explainable, testable, maintainable, and mapped to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3B07E-03D8-4ACD-894C-4BB3760C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986F2-E7C0-4CE7-B451-34F55F2C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46D2B-E5F8-471C-94A1-27863DB3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includes tuning guidance, evidence fields, and known false positives.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79338-815E-438B-903C-8FD4FFD6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8B094-D19B-4A6F-9AEF-76CBC970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B2768-C10B-4BA2-BDA2-0B305A13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avoids opaque logic that analysts cannot defend during incidents.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23CC4-5B56-4123-A258-2518FCDE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BC652-9C43-4EDD-8DA0-6E398F87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F2B93-B9DD-4F52-8638-2E56A192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3441E-93F9-4F97-8B30-5D24C32A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1EC49-07A7-49C0-8807-AC4F70E4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24A58-AA9F-4BD2-959A-6F060B94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C9612-4E8A-4C25-8B14-BBF6661C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F0277-30F2-40A9-ADF1-A005085A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ACBDF-6F8D-4CCA-9B8C-697BA0DC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088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4610F-4FF4-4CA9-A0E4-F6BFC236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7F7A2-20B4-43DD-84EC-CBF85874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233975073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24D2F1-D15E-47D2-858F-F3A0AE83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False positive reduction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DDC05-4592-4791-8B91-E7F2A856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11116-F3FE-4638-A7DB-BA546CC2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15869-6C7C-4F04-964E-E898FF6A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D5262-2AAB-4A40-BA21-8162F9D2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60A90-D642-428C-AD4E-6BAFFFC3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Classify why the alert fired and why it was not actionable.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E2DB4-51FE-4F43-A6F4-AFC8E5C3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65081-D401-42B1-89E3-663E821C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35497-AC6B-4FDD-ADF6-241875F0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Tune with allowlists, thresholds, context, suppression, or logic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77CAE-606A-4C03-9F9E-3C0E22A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A9FCA-619C-4EAC-9676-A687DF6A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25787-FB60-4C37-8D5D-54DDD8DF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Re-test against true-positive scenarios before closing the tuning item.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D4AAB-7648-4A97-B833-C62B6156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C023F-AA4D-4E65-8E90-B69AF9FF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4C711-A9C7-4742-A69D-0B4ACC56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2F2BC-10D4-41F8-A918-1CA6FC5B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B1D38-3D72-49CF-90ED-F1C64402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FBCD0-5175-41C6-BFAC-5225422A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B19CE-D94B-4ECC-B70C-FD5F0149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F430B-8F70-488F-8C90-420BF37A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11054-50C9-46F7-BD4A-B91030EB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089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20EF9-B741-4ED7-852E-FDEC1419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761C2-F0F0-4CF7-A5CF-965232E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391343570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1564D5-DFF2-46E4-8078-EE639FDD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Coverage matrix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EAF9D-60EA-4CA6-8568-8C2FA93B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EE90E-F9A5-41F8-92D9-CC2FDB24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85EA3-8B26-49B3-81D9-97AC372D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95D1A-14A9-48F7-8D6A-3EA79032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3EF12-590E-4F66-8A83-4AAEF4CA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Coverage is a matrix of risk, technique, telemetry, detection, playbook, and owner.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E81D5-D7C2-4666-96FA-7EE5DF00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25A56-437D-4DC2-B9E0-028420BD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D76EB-7EDF-489D-90C7-90AA6CFD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reveals where monitoring exists but response is weak.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938FE-0FB0-4839-8454-C0D5C732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8634B-628A-4964-B1C4-6F1DA9CC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F23E2-7360-4A54-BA47-7AA2EF8C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It also reveals where response exists but telemetry is absent.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398C8-F051-444D-ACE0-4718D10B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97851-EB10-42BA-AD22-5317A01A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73B22-DAE9-4036-B169-A4FDD48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1ED6E-89A7-443A-87D5-E08330F0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FDDEC-18E3-4B94-BE6B-D82D388E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FC1CF-551D-478A-9C33-B5DB22D8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9AB73-D8FF-4046-B581-A4BDB799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0508E-1A8C-49D1-94A3-AED2E96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A0569-0728-4496-90D3-9A593EF3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090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B48F2-963E-4A22-8985-3D4BE67B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CD59F-4AC0-4BE3-854C-5639859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710052604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7D2B8A-32FF-4516-8700-077CEE3F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Prioritizing detections by threat and asset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E1164-10FC-437B-8DA8-A9D160C7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32556-49EE-40D2-87E0-F32D2C73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0E102-4424-4FC7-8C19-BC5CE4F9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C8A3B-B78B-4153-BFCC-B0B578C1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1672D-7A97-4BFB-8475-051808A5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Start with high-impact assets, likely attack paths, and recent incident lessons.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7C6EA-AE1A-44EC-84DD-0C882171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C8FA5-D3F7-4E80-917D-5F40E784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C8E14-6830-4DD2-BAC2-36DABEE5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Rank content by risk reduction, data availability, build effort, and analyst load.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DBC09-D448-40B4-9B58-D6ECC1C6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51671-7EBF-45E7-BD85-D6B90F76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D7952-6161-4A29-AA93-BB58F329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Avoid building low-signal detections because a framework cell looks empty.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53572-96ED-4C9C-AC8A-35CA3AAC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4FDAE-71F5-419A-BFC5-83544BA4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247B1-8CBE-4593-BCCA-B346B3E0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2F208-1F2C-4D92-9245-E334C7DB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66E60-C372-43DE-B8FF-2EFA0EDD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190EE-DAE5-4B2E-99F0-90717E2E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D8586-4D5E-4EAB-A735-A1D7C318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865E0-A2FF-4D5D-B9D2-F5EE0F2E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917A4-C5D5-422F-977E-26703C2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091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B75F3-E4DD-45F2-9E0D-20F70C50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C941C-9C98-45F7-ADBF-84A10540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361482699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F8BAF7-999B-4543-B551-04AD7043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Detection testing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62CB2-AEFC-4A9E-986C-35F502E2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39465-FBF5-477F-A5FD-4E394614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6181F-7058-46BF-A4C3-083C8934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74165-0144-4A5D-8186-141B621F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68F85-F55A-44CE-ADBE-9E8371B8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Test with controlled simulations, historical data, and expected false-positive examples.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EF86C-8C21-4C4C-A755-20F69BBC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2E8A3-0766-4EC6-A853-A8DB7FB3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B6620-9EF5-4A38-A863-9ACE35F4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Validate alert fields, severity, routing, playbook link, and evidence usefulness.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EA47D-3AFC-408D-841D-BD89C72A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C264F-A7DB-4045-AEA6-72A52070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288B9-A354-4A79-8258-FF2D5946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Keep test evidence so auditors and managers can see coverage is real.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BD8A7-E033-4732-B85F-7D2F63BF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20BFD-33FF-4B0F-B2D1-2DC4F4A6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4916F-B7D1-4D10-A0B8-72FD1D6B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AA73E-B3EC-40A1-A064-60BB4BB8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2C3A6-97B9-4DE4-9D76-E6BD7FD8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F70EC-3FF8-4B6E-9815-C667AA7A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B0402-A7AF-49E9-BCB0-6C4A70FB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99C94-E4EF-4991-A831-BEAB7203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5E6FB1-C988-42D8-8ED6-59DC6D37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092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C8B24-DF24-454D-B65C-08CBEB79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FA70F-447A-4BB9-B726-AD0C9252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584369108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901922-7FB7-405E-BBA4-091785A9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Promotion workflow: idea to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55016-31FA-487B-92E0-B38D1986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1D887-2028-4A5A-A082-2368CE49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44C51-F5D8-428F-82A0-58A6AF2A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7FE43-8FEF-43E8-8F5D-A1F581BE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81B75-C44A-46D5-8750-F7BE7D62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Idea, design, data validation, test, peer review, staged release, monitoring, and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101C3-EC23-4350-A6C1-FA01C4EB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B4FDE-65E7-4A60-A445-DCAF6058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590DA-AE56-4CA1-8F5F-90068176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Every production rule needs owner and rollback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83E38-B6AE-4868-AAB7-0B40AF3C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66E85-4D17-4775-B50F-A9B25EA1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F6ED3-E030-441E-B6B5-468AF273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Major logic changes should be reviewed like code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20AB5-2A79-497C-9B64-AB201850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6EB88-58FA-4E57-8F85-5774F8D5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CAED5-2865-4D59-A79E-D47904AB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69067-AA12-4EDB-A0FC-74F15700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85689-0422-4E4E-A5B0-8781D39D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7A640-6EC6-45AA-A39C-2D128827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C8E12-5C95-43B2-9CDC-9F06AB83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ECD6C-6C75-4AA5-B846-2B8A9DA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68FCB-AAFA-4645-9A44-D83E75EC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B0708-672E-410E-8E73-021B8694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24E7B-5137-4246-8433-CE33ADB9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839686522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72D689-8B08-4A92-804F-B2113404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sample use case hierarchy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D861D-E526-4E12-B5B0-B606B2C9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7FB4D-E291-438E-90BD-DAC11784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7DD67-4EE3-405C-AE2C-E7335FE8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3169A-C8AF-402C-A50E-0486DF1F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Level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DD343-CB09-4E5F-9989-7686C4E3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41DDD-02EC-4307-8150-A64E0E39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FED52-8FF3-4FB2-8FD3-E89C026F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D5644-37FE-409C-A95F-24643C07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B6286-856D-44EB-A045-9F700BFF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5AD46-1047-4010-9383-DEB2201E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420CD-CBB0-4FD5-9FC1-10B39687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A9A79-B687-47E1-9BB5-679B925F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Account takeover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BECF9-1453-4453-ADA0-FC353DC9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A334B-28C8-41E5-B911-AB2C295F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Why it matters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89956-B44E-447A-8B68-D0D240EE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26518-7BC0-4C26-9428-3AE9D35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Technique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FFC88-D7C4-40FA-9B8B-4444585C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ACB74-2998-4597-ADF2-7278CEF4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Brute force / token theft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2F88C-C251-4159-BE77-AD669200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1B87A-6D73-4B07-9949-E67995D9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What behavior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A3664-7630-4379-99E0-802AD991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A4899-40BA-4761-9B64-B1CA9D7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0EB99-80A4-4A9E-8FE7-BF239C03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4494F-0D7D-4789-AE67-5109F162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Unusual login sequence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26D73D-53A5-4F6B-AB5E-3CF5109B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07B5E0-4482-4399-8472-806291DD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What fires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7A8B7F-7D9A-4BC6-933C-79E747AC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356296-712B-454B-8A7C-3F51D5C5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Playbook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1DE4D5-C449-4935-A067-267BF42E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25F1FD-7E63-43D1-ABA4-4E583CCC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Account compromise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639B51-8CA2-414D-9BDE-B7280E00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9B7FA5-7ED1-4105-84D6-75E95BAC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What to 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C898B7-C364-4770-9047-38FE2EC6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094 / 142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06A52-FBF9-4B23-9EAF-2D007A30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9A3ECF-80D3-4C22-8421-03F3C30D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581025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242072396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ABEE10-3517-47EC-8548-C8C33C51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sample coverage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E2C87-C8E0-42F3-BEF9-1D27F3D6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C4770-2860-446A-BE6D-1CF7D098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93263-1032-47DB-AF95-10683B3E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C9992-03C5-4117-A48C-1D01D265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Threat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9BA9C-2303-475F-A3F0-8269C5DA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173355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792F0-E049-45B7-B244-BAFE888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Telemetry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6A6D2-E925-42B6-8707-B7F2D38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173355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4F648-D58B-4C7D-B16E-D3988147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478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8DECA-BF04-4D1D-8CD3-31BCBB60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173355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4B184-B2A1-4242-8C8F-DE5FB707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478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Playbook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D5981-B1D9-4927-83E3-7D37EA15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1733550"/>
            <a:ext cx="325374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23A19-77F8-4BDB-A5F6-19021C88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18478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1ECAB-3DD7-41D9-B346-C578C01B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F2DAA-C470-48CC-A51B-87E15820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Phishing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F5EB1-D08F-4E05-829D-B07304E0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23431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3782D-0449-4FE9-972C-2B459A87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Email, endpoint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23E5A-650A-4BCD-831D-2D4BF94A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23431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68FA5-7F59-413F-B904-730112FB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Attachment + URL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4C3ED-DD20-49D5-951D-0D0BBEE3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23431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5CE37-91CD-4527-9FD7-D572F3AE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574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PB-01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C9877-5E97-48C7-A2C3-6CAFA9F2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23431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E5243-E96D-413D-8A4C-D434F8DF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24574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User report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ECD33-2CC0-4E6C-8129-B5A43CF2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ED548-F2D3-4DA2-AF09-D47FDBED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Ransomware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DC20A-5278-46BF-BB5C-F3127B73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31432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BBBDA9-82DC-4A65-A9B7-B92FFB79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Endpoint, 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879F1E-442E-461A-9785-5EAB0D90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1432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7877C7-604F-4FAB-8265-CE7D3EF1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Bulk rename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0C686D-FE5A-4CA3-AF93-4238A3A9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31432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1F9487-396D-4B8A-B490-D52B1DC9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575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PB-02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681D00-0B82-424F-ABB4-979AE3A6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31432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190133-B658-4D10-A074-70EBBF4C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2575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Backup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B8E7B2-3310-4F6F-BAE5-CCDD02AF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52C97B-A73F-453E-A7CF-6854154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Account takeover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D137A2-50BF-4DB8-8B17-5978A6A4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39433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5AA1F3-8229-4491-9EBD-A794AED9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576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Identity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0B8A00-8553-4FD1-8A28-F69BBA5D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9433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3E2E44-27D2-4A62-913B-4AD014A2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Impossible travel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BE28D6-44FE-42B6-A4BE-8BC7B3C5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39433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8A1DD7-4A98-4131-B047-4AFA43CD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0576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PB-05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48E41F-2A16-4CA0-B942-13827C8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39433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126835-3276-466E-A4B6-C5F2673E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0576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SaaS logs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0EFA13-7D3F-443D-ADA4-8BAA9AB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3F32FF-E00A-407A-A624-783D8872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Exfiltration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E1E294-5817-4408-B962-17AD6CB6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47434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223001-EB9B-48AE-84DC-73B8D5EC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Proxy, DLP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059C28-1EF7-443D-8301-00CE6498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47434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716976-CAD9-4819-BE44-B7BE2761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57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Large upload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54CF3C-E626-44D1-989E-6B5E8C45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170" y="47434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6778D1-6625-4FAE-8B4A-273F0C70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857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PB-08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C9E46F-5876-41BF-8B94-A664A093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0" y="4743450"/>
            <a:ext cx="325374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847E6D-70C0-4602-B4DB-49203DF3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857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Data class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D2558A-8584-4457-9C77-D8D75E78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095 / 142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A4837B-5E0F-45BA-804B-3B21744B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C183B4-CE8D-45D6-A057-045E2F23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581025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630346801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DE1C1D-A881-48E9-85EB-0EA1C845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Worksheet: identify coverage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BF08A-A23A-4E39-9798-B3606431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F228B-4EF6-405C-8C6E-18D0F991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5EEA2-955C-4D83-967B-F8FE9C0E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7CE54-93C0-4DF6-9944-B6CFF81A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31818-E0B1-48D5-AD4C-5F54272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29012-DAE1-4FCC-96A4-F78B4F69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37CA5-58DA-40A3-A5DA-4A508397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CBAA1-FA97-4047-84E4-2DEDA5E3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0AD0A-7732-42E6-9B9D-02C0487B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44F57-D07C-4A00-B1B5-806905EF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83D55-D0D2-406B-A1DC-C35B2ECA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230C0-CD3A-4E2A-ABD1-EA1786D2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9F6E1-EF9D-4D7D-9A73-B460D736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1336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A7993-E991-467B-ADEF-D98BA5CE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B2C99-3097-44A3-8CCC-71F4DFF7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0480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6FE43-5529-46C4-AB38-1878B48B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E56AC-EB06-4BB4-B0AB-A4444277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9624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B6104-12A7-46AF-86FC-ECC56260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A9007-8293-461E-9F32-2BDE99ED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8768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6795B-67FF-4B24-8BF9-3684BF0D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31A38-3C88-417E-A745-AF678972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7912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E44E1-1D75-40F4-9934-4C3917B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436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5831E-A411-4AC7-B144-C54A5ECA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0560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624446-83EC-47E8-9071-E6D0BA26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096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4B37B-2F78-4E13-BCA8-3D46E5EE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3468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Detection Engineering and Coverage Management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47A978-45BE-41A2-8F5F-7F4E4E7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94869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08_Detection_Engineering</a:t>
            </a:r>
          </a:p>
        </p:txBody>
      </p:sp>
    </p:spTree>
    <p:extLst>
      <p:ext uri="{BB962C8B-B14F-4D97-AF65-F5344CB8AC3E}">
        <p14:creationId xmlns:p14="http://schemas.microsoft.com/office/powerpoint/2010/main" val="1449699833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96D919-8249-4947-A2C9-BD923373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IR lifecycle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060E3-7A6B-433D-A09E-F4A43D4D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BB06F-1B31-4162-A1CF-51C60AA5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5D38F-05AC-44BD-A58E-A02C5DD7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D34B4-E896-4821-A404-4BF3E4AC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F804C-011D-4D5D-81D9-9590163F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preparation, detection, analysis, containment, eradication, recovery, and lessons learned.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E215F-3899-4896-8077-7A9F0A20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60152-1AE0-483D-A268-F3E58629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E2A56-CB6D-436B-A20B-294955D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Lifecycle language keeps technical work aligned with business and legal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A4486-A0E5-47BC-AE61-AF94A201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55D57-0DF5-4B92-8C6B-6C63023E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D401A-04FF-4C93-BD52-A9DD0261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lifecycle is iterative during complex incidents, not a single straight 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78934-B1CD-4455-A657-9F8CF106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7450D-352C-471F-BDBB-D121E1C3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1C63C-35C8-4EDF-A779-AB2392B9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3E42C-180F-44B0-89C9-0CD98B3E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0C94C-170D-4446-B724-285C030D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C16D3-8651-4FEC-9F4B-9CC4D60E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57451-9724-4136-8F71-BB1BDAE0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CADBF-5A4D-4664-8021-FDC9268D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99737-CB67-4F10-A6ED-2FFE856E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097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BD182-FCF4-4B06-821B-38C1471F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336263-C183-4222-941F-ED7096D8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789747130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9D9087-F5CB-496F-A63C-E81BE937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Severity model and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2D563-6D93-44F5-AD53-28CFFB8F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C4087-9A0E-4663-AAB7-B4988CAA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7EBB7-D24A-45C7-9951-4150569E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7CE85-C005-4220-8F0A-03D05E52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CBFB1-1C43-4E89-B355-9D4C6D5B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Severity should reflect business impact, data impact, spread, privilege, and service disruption.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3A9FE-33B1-4BEF-A54C-95976D5D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30B7F-AFC6-47A3-A9B3-091DCABD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D3232-4586-4475-BADF-AFEA6282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Classification determines response urgency, authority, and communication cadence.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EB7FC-504F-4A50-B567-4C96050C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4BF7E-5048-4BAB-95D1-C8824782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0272A-3039-4602-9104-DB4ED3F3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Reclassify when facts change; record why the severity changed.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C107C-DB68-44C2-AC6B-77CF7328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B86C3-4423-4AB6-8D1B-C456A758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2CBD4-B851-4A2D-A044-A4D26F02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B83BB-53FA-410D-BE24-47CF3E94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9DF38-9197-4FEB-9CAA-6D2A3628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9E43E-CFF6-45B1-B4B8-7BADBEB8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B6439-03B7-4CD5-9EE1-5BFFF622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948DA-E61C-40F9-B4DD-5BC75B8C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F3A3C-7CAD-4811-BB85-A23A27A9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098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A49AC-3EA5-433E-95DB-69E45C8B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0A929-422B-4DB5-8EC1-0579224C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470653249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2E1660-2157-43F0-B382-D900647C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Decision authority in incidents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A0B02-FED5-4F0C-93A4-F8E84810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BAB57-5A53-4798-9183-0B724E81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18ED1-73C6-46C1-AEFB-63AA8A81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3D5B4-4DE1-41F0-B72A-2861D4A9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DD8E2-65F6-433D-ACAF-56BDFE92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High-impact actions require named approvers before the incident occurs.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18BC9-AC1C-4D09-A0C2-FBADF6BC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2ABC5-E2F9-4B0F-A3F0-98ACEF4A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27AB7-EB88-4269-B0BB-7166F1D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Authority includes isolation, account disablement, shutdown, restore, notification, and public statements.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263C6-B68A-4DD4-82C4-CE892472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285AE-AE3A-40FD-A8EC-A621096A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7EC44-7D69-4F45-B140-E41A7A08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Document decisions with facts reviewed, approver, time, and next review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323FD-522F-4916-A080-95E458D9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CC5D1-F29F-4523-B864-569E5BF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E22C1-202C-45BD-9E56-CC56E49A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49459-A779-4E1F-8515-1CAAD588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B517C-B79B-468B-A957-CE0ADF63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E5CF9-1C0F-4EEC-981E-4AF7391E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25645-8763-417A-985C-491E99C9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84773-AC87-47B1-8081-FA66B70D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700D6-D634-4A1E-A4B9-9576A213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099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FD1C2-A655-4C01-8EC7-1EA18C46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8087D9-5AD8-40B6-9FD6-14F1FCF8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306126198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431FB0-978E-4F85-B8B0-021FF5B0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Analyst-to-IR escalation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7E6E2-06AB-4910-A0CB-030C85AF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E2804-5084-4D49-AE6C-BBB15E13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2FA96-909F-4EE1-90EE-2DD60BE2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2B920-98A6-463B-908E-A566A7C0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CC527-DBBD-4DCA-B660-03193D89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Escalate when scope expands, containment is needed, evidence may be legal, or severity exceeds queue handling.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AB930-42AB-4D84-9726-B3DDCF72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49EAF-7C33-47FD-85E4-247A7A0C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06A89-417F-4A00-85D3-C7FEA6ED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escalation packet must include timeline, assets, users, evidence pointers, and open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C6F4E-DD50-4646-90F9-121965FD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DBF8F-95AE-4B5F-90E0-E3C31B5C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A4C2C-B45F-4A98-B521-3C990D92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Poor escalation quality creates response delay and duplicated investigation.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EED40-D275-4BDA-8819-B0DB07B4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7BAC8-4713-4BC7-BA04-88FC4C3F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DDA5E-5856-420D-A4A9-157A8A2E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8767A-E065-49F6-82D9-7245BE69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6E698-D715-49D8-919C-FF6C3B4E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A8C2D-478A-481E-A661-70B2783D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8BDEE-D6C5-4E52-8591-4783EBDF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5671E-982E-4BA0-B775-5151DD8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17220-8249-49BA-AE97-0AFA1B8A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100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118C1-B034-4CD5-AB22-382CE220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4F6F0-E9CF-48F4-BBC2-3B44F485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475932683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E77407-841C-4AAB-9AB9-25E8B2FA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Runbooks vs playbooks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345D0-4A0F-4CDD-8637-D786CC4A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24C51-99EC-4CDD-8400-D49E6DBB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C2285-9506-46BA-8C14-E256A70E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15E06-31A5-4DE6-9268-8D707FC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0D987-481C-4F76-A199-97ECA445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Runbooks guide routine analyst actions by tier and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D7067-5AC3-4E38-AA23-E190FCA9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353A0-16BB-417F-9612-70823EF3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CE65B-ADCD-414E-9D33-4563BFA5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Playbooks guide specific incident types from analysis to recovery.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CDC86-ED8B-40EE-98C1-0CA6F804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FE34C-EA0D-44B9-ABCD-77546675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D1DA7-8550-42BE-969D-A93D0265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Both should connect to severity, evidence, escalation, and reporting templates.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8B97E-BEB1-4C5B-B418-797BFF49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54A12-FD2A-4D6F-A01F-69946A5B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BC234-5AD2-4985-8C92-11AB693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F21AD-61D6-4156-9004-F3898264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CBACB-9BF2-467F-AAF6-A6CE8F51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0D94B-156D-42D5-8BFB-BB974E9D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438A5-669B-4C0B-81CC-DD60A9FE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B1DEDB-CDEA-4671-B732-107F2C1D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89CBA-B303-4299-93F8-187C476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101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A7C11-7AB7-4E2A-A520-D64F0E45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36BB0-9795-47D4-A084-4E6C21D4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928579024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2F63FE-3E30-44B8-AA0C-0E8F3938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Playbook operating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1E6DA-EB21-436C-9859-A71CB3E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FDB94-5DA8-40FF-9E35-2374797A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C15BA-C9A2-4A56-AFEA-BC5A4DE1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55E66-0B80-4908-A33F-DD686C32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87622-A37B-44EB-8980-266CA733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Trigger, triage, analysis, containment, eradication, recovery, communication, and closure.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215FC-7671-43CB-A89B-6F67A28A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07110-4B85-498E-9F35-2DC2365D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D4CB8-17E6-43D7-A259-E48A3274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Each playbook should state evidence requirements and decision points.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8BB75-D414-4954-8C05-330E723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B8656-4063-4CAA-8FEC-8180F2B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A39BB-417F-48F1-9D9B-E784D4F7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Related playbooks should be linked because incidents rarely stay in one category.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74088-BA7C-4DEA-B7AA-56ABBB05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147CE-B737-404F-BA7F-1EEF7760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40B71-C8BB-4454-BBC0-01D49E4E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79191-8A73-4D05-B8DF-369B6EDE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4BB29-127E-4BA4-B50C-9C4A2A36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1A913-DBD0-4D1C-8B7B-4329EA2A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45E3E-5DAA-4ABC-991C-176E5372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EFFB0-D530-4175-93D0-78D49A2E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F73F0-E456-4333-B31F-5C72D6BC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102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C5B8B-8DAF-4EEC-82FE-6D94B2B9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65915-253B-45AE-AD25-B51500F6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442919909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010EBB-47C1-4A92-A18D-1FD2CD60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Containment decision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9D1FA-1C5B-4973-8F2D-2CC2419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AA4C0-EF56-441F-8CD7-CBDB1E99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8327C-C7FD-4490-8CD2-3B27BE48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F7208-2971-4B76-9A4A-249128E3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27A10-3433-4E8D-9D4E-6EFE472E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Containment balances risk reduction against business disruption and evidence preservation.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2B45E-6E38-4A4E-A085-92FE12D4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EF870-96BA-4416-A6D5-82A82040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52AAD-81C7-491D-ABE2-C1AC36C6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Decide temporary block, account disablement, host isolation, network change, or service shutdown.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C0AF1-BE42-4A38-A82F-ABF1010D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AA463-1E30-4203-A200-F8947484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2F920-78C4-4022-ACBB-15FD2C9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Record rationale and rollback path before high-impact action when time allows.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3363B-17D3-4C29-936B-B156D4E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7AFC6-6217-485C-95FB-28704041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4AE1E-9043-43F1-9B43-C5702DAB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14328-A2BC-46CB-85E7-966918D1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3B1C2-50C3-4BEA-83EE-6DAE4131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257D0-FB5E-478C-A4FB-9DE407ED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BBEDF-C346-4247-A1E2-D6F47916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0105F-C60C-46E5-829B-0AD1E8C0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B49A13-0F07-4E6F-A4DA-7990A045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16B0C-F56C-48DE-A0C4-11F1BBAF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1A9B1-DDD3-42FE-A120-525ED904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961658170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8C9DFF-9A27-4FCE-9F1F-3C55E6DF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Eradication and recovery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A9C65-2406-462A-8C8E-7F818CE8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B1CF5-5D23-48C6-BAE6-23C41E32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358AF-86BC-4BF1-812C-266BCC21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F504B-07EA-4B2B-BC41-8F17F7D5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C1CE4-FB43-4C8B-B885-C09DCB57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Eradication removes attacker access, persistence, malicious artifacts, and exploited weakness.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ED233-553E-45C0-B7F2-3C3D1DBE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2C2F5-996D-4599-AF7B-F68D1763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3A83F-5564-467C-BC92-4B41265A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Recovery validates clean state, monitoring, business acceptance, and return-to-service 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DA930-CB93-4124-9B18-4AD207D3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517FB-16D5-4863-81ED-300ACB7A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7BB91-C4A9-4329-9C83-85A3A92B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 not close before recurrence risk and monitoring exit criteria are handled.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BD192-2819-4E4F-AE90-D8B92048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5ACD4-25B6-41FB-97CA-63C96CFF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F8979-5B0D-444C-AF9E-48ADCEAB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F6804-BD77-4A0C-8CB2-4BF5452D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3634C-D4BD-4A73-8134-27EC3AF6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15F6D-AEC8-4836-AF1E-A96B3D76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38449-3ED7-4293-864C-D8C355B8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BD0B9-EEBA-41AE-A888-63954BC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B455D-F2AF-4F0D-9996-4660AE96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EF2FA-88DE-422C-B65E-9143750D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A010F-C117-4C2E-9DA8-2F6E5A88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84662472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9C8126-D313-4391-94D5-51EAFBCF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Evidence handling and preservation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47468-7788-4C83-9C8D-5D583396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AAC72-F100-4F1D-8151-206DA1D5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88BE6-6F04-4289-B6CD-3F4FD564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18F4-669F-471B-8909-F33647BD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F7F0A-0735-44BD-99FB-4D8C38D1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Preserve logs, artifacts, screenshots, hashes, requests, and decision records early.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74B45-BBDA-444B-9FB6-BD89EB3C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ACCAA-3C0E-471A-8624-D2518759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81BC8-5554-499C-BCE2-32EC00B3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Separate collection, analysis, custody, retention, and release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2A2AF-5C4E-41B0-ACF9-26169A11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640F4-F362-4944-8E51-DC7819C1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8F160-5962-4C4E-ABCA-60604396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Evidence quality determines whether legal, regulator, and executive decisions can be defended.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F6E38-B879-4422-BED4-4DB49244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7656C-5C28-4B65-95E4-3DEFB832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CFEE8-7E7A-4408-966C-7996D992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9E1B1-06BB-4245-93E0-3ADD1EC5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38B23-198F-40F5-B19C-C27450A7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BC62C-5F11-4266-A48B-EEC22A0C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5D5E1-85AD-449F-9D1F-65AF22AB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65F23-EF1C-4B9A-A5A2-62229DFA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E85E2-ADE5-4238-9EC1-65E95D2A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8324F-4BC7-4F23-810C-26E6D353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05612-76E6-4F2B-B254-306DDCBF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251103097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D9E8B2-B7D5-4816-A809-5B911A6A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Chain of custody basics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E6A73-22C7-4163-AFAB-A852E609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66052-1105-4E0A-89B7-3DB5BEE8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4B831-2D92-49BF-AA04-C75EE304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B87BB-3457-4C7D-A709-1A11CB21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621E2-5B51-4082-95E3-0DF1B744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Record who collected, transferred, stored, accessed, and released each evidence item.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92603-9900-457F-AA94-0926E60B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8697A-95B2-4340-839A-E65DD69F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8475E-9506-408B-8126-0B5A66F6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hashes or integrity markers where practical.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7E583-2D06-4BC2-8CAA-4ABA70B8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55A90-DE78-4BFE-9F54-07375BF9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BA33C-D21B-4576-9E7B-357EF8B6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Legal hold should pause deletion or reimage when evidence may matter.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43A53-63FF-472E-91AC-76442D4A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451CE-8F51-42BD-B27F-DD6BF031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EF3F2-8B29-451E-884A-94871161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CF11F-CBD1-4009-BB98-5C32EF8D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41694-1C9E-42E6-8974-FFAEA0B8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A7F11-375D-40A1-99AF-67438794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42030-C7F5-42B9-952A-8D7272FC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9C7DD-2B92-4241-95C8-55135D6B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B4FB6-3F51-4506-979F-4676865E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106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FEC27-AEB1-4292-A5B1-B0C44B52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810E6-6C2A-4484-A34B-05E1F1FF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993679589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E399A0-574E-4AF0-8E14-61365D55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Decision logging during incidents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6792D-B99E-4BF1-93CC-30CE05E7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F2712-0165-4236-B40F-24255662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C1AFF-BB04-4E8E-98B1-D61C9D2D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371B6-7A76-4620-930A-4C134D03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D49EF-1C98-49B6-8792-6E2112DA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Log what was known, what was assumed, who approved, and what happens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FEEDC-2425-43D2-9833-F951FFBC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A852E-646B-4D73-901E-A399062B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20C19-07DC-4C78-9FA2-B35001A0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Decision logs protect continuity across shifts and support later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90C2A-6F7B-421D-941A-383A7500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9682C-3025-4DE9-8515-9220DCDA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A1F77-4A35-4EAF-BE4E-B57DB5C4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They also make executive and legal communication faster and safer.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CABDC-66B0-4680-8DC5-69FA9A34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FDE63-AE1A-4E85-A1AB-A33B5D61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8CCC1-EE7A-42B1-8341-D5849F11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08E96-7B64-410B-8AF8-4DBAC93B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96003-C99C-462A-B6B1-8670CE3A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487E9-643A-4DFE-A8AB-143DEEF3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F3988-A884-45AA-804C-F88B9521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3D6CAA-79E0-4E37-93FF-69541E68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BA2C1-C822-4F89-B734-9EE1950F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1F40B-31BF-4A2D-B42B-457BF65C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DF198-018F-402F-888A-CC47DE79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712946491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8B96F7-9E45-4205-9CA7-9AFED565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Crisis command / war room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ED559-DE07-4414-A03D-5FCBD120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3730D-4E4B-4BAB-81BF-140454FE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97084-BFD9-4453-B873-C19FE19D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0C7A5-C384-4B1F-9AB9-A75DBBC8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70CCA-1B45-45E7-B1F5-699B3C7F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Activate when severity, service impact, external pressure, or uncertainty exceeds normal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042FB-A0A2-4D8B-990E-D180650A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DED38-5820-451D-B1A5-B5EEB234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0F682-7D45-4D39-BD0A-EE0F5762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Name incident commander, scribe, technical lead, business owner, legal/DPO, and communications owner.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F1125-8430-4708-AD0B-93E91C66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AEEDA-25DA-4284-8FEC-852ADA43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C7157-79FD-475B-9EAC-A8F2DE43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update cadence and decision log to prevent unmanaged parallel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52C66-5090-4A28-B3F1-203369F2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C1AC1-1477-470C-9680-C1D7735A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FC706-A907-43DA-89F3-FA4DB8B9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9FA49-966B-47FD-8971-093FF953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9DE2E-B06A-4813-9176-175F264E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3BEABF-13BD-43E2-A7A7-BA69BD76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DF367-B0C6-4C45-9F38-BECABDC9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FB0B8-68E6-4FBC-8F2A-E1F1C673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1BDA0-F055-4E96-A171-EAF794EA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108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6448A-F97F-42CA-93CB-8D35E203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F935E-EE67-4B6F-A995-9A382821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571337573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AB8B06-65E1-4475-A06E-B5A9C3F9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Closure, PIR, and lessons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8B0B4-CF5A-406A-AF6D-BAF86ACE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088EE-06B0-47BB-A29F-9816073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E55EE-0C76-4683-8D70-A5B0EA99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A8A72-532D-41B9-806A-F2496E70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A4FCA-0A48-441B-A061-69E67A6F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Closure needs technical recovery, monitoring exit, communications completion, and outstanding risk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DDAF6-9747-45C9-88A5-2E2E5A9B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C479C-A328-45C5-8FCB-48EC00EF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F6E82-4C5D-4CF3-9081-FB08C02A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PIR should produce accountable remediation, not just observations.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4DD1A-7287-47B4-838D-5767CBD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7E540-2F04-43F3-8656-0459ECC2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2F9CA-D185-4164-9D65-40FE4AF0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Recurring issues should move into governance and funding paths.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FEF2A-FF27-4C50-8E14-BD6620D6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F8FEC-C371-47CB-9867-E89AF3D3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CC65A-C0A9-4CD4-BE75-B8C0B975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A0090-38BE-4DF2-BB96-9A980D3D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1B07E-3999-47F0-949D-7F8CCC68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BE74C-1E1F-4853-BA3B-9000E77C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2408F-E813-4BD0-AC90-15C33FDE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1C384-CB45-401C-8C04-67BFB59A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E91C3-ECC0-4D1B-8C30-361829D7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109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226EC-F1FA-4A26-9FFC-617FEBF0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18292-5059-4BD4-974B-D93A1827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229287827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EB205D-2EB4-4F0F-BDAB-C906842B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severity matrix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7B4F7-1700-4220-B9D9-5FD2931B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3FF10-6450-4C69-AF0C-CAC96CBD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7F27E-1807-42EB-9523-DD470E93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C3969-673B-4733-A151-047FC011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DB446-AE1B-4679-84B9-ADAAF0B5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391A8-0B8B-40CD-8F5F-E1102412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A38DB-0C8F-49F6-AA4E-B93CEBFB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2CCCA-4C25-405E-97A3-E80C2E65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1DD01-E26F-4A46-9E17-7F2877FB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7335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2CEC7-BFD9-47B3-BCA6-FCDFC543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847850"/>
            <a:ext cx="3790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976E7-38B3-410A-B8B0-C0DA4819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1A74E-3804-4915-9E63-A78078A7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6248A-93E3-4B17-A6BF-4EFDE899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F7D27-0DB3-4C4B-A570-FBD3FA8F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Material service/data 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A580A-10D0-48A1-A14D-A7F32A6F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F1B72-51C3-47D9-8CF2-29C8BC79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War room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6E1E9-C167-4676-893B-583327F8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431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02884-0A28-4D37-8685-D78F8467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574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 + exec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C0184-C7D3-4A50-916D-C722FBC7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A9A6F-A350-477E-8CF8-9109508D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AD497-178C-41A4-B187-D90E0851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E7600-636F-41D8-B92B-72A04942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Confirmed compromise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11B8A-B423-49AA-B099-A75F635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064D6-ECA5-48F6-A606-F17E6561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IR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D4D82-B776-4C8F-B865-1CEDCA6C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1432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6C01B2-312F-4884-9452-60436977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575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Containment owner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E33C7-26EC-42F9-9999-332BC327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96F90C-79C2-430D-905C-FDDEFD69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2BC471-831E-4D2E-9C61-CD9B2310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EB516E-BC0C-42DB-8B09-C2CABA2D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Limited incident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E1D491-32E8-4E2B-BCC8-EB865CCF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E3C915-A60B-489A-A9E3-7F33CD95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workflow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1CFC22-7D1A-4D2C-9E71-2776E907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9433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A90C82-EDDC-40EE-99AE-50D31D44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0576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Manager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22B5D4-65ED-4C2E-9132-D87026DA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604F5C-8C31-47F4-AAB0-7990896C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94D116-DBB2-491E-A324-F4F9E77A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4EE28E-12DD-45C6-BB62-2BB32706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Low-risk event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D07218-D2D1-494F-A0B6-8D2027C8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4DE304-F673-4D41-A9AA-A7483649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Queue handling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7FD06F-5D7A-46B3-B7AA-AC91606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743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94861D-52F1-4573-ACB3-26C0A92A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857750"/>
            <a:ext cx="3790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Analyst lead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D7A866-F089-4F9F-81F1-F2F71B8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110 / 142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04137F-47F9-46D6-8141-42E1F647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B9601D-03ED-4EE0-9414-8DB4CEAB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581025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111626577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1378B5-4F03-4521-99FE-00BE672A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evidence and decision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1DE11-B83F-42A7-A2D8-F3EC8B30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03629-9E7E-4EFC-ABE7-A4834E28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EA2AB-458E-4864-9C01-8FBC10C3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7A920-0ACD-4DFF-8651-0591A3DA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BEACF-759B-4320-A6F9-3159D1D2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CC120-1BD6-41D3-A9C0-15A01784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9BD74-B43F-4D9F-A142-12084A48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326F2-F47A-4511-BFD0-F01B9F22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87299-B6F1-4EAA-9EE0-950A70FC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2570B-D838-4F99-AC13-88070549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Timeline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2FEB9-2367-4C09-ACA0-ADE97551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77896-8916-4DFE-9128-80039E16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Proves 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2AFFC-61EE-4636-AEFD-7D77AF54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E45D9-4258-49A9-82AE-EF8FA4A6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DB083-48E8-44E0-84EE-9D98D18B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73D99-77CF-4AFD-91A8-8006F7A7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Log bundle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F48D8-058D-47E0-82D5-2C3B7304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C1A61-C1B4-4FF3-8334-70E004D2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Supports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54212-C272-4451-AE2D-6B86F3A0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7AA6B-ED2B-4EBB-A501-0A7CD491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Engineer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7625E-BCE8-4523-83EC-59750A83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0A8BC-FE88-4C50-B5C5-3A49BCD9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Custody trail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7F0F2-24BE-41BC-B344-224ACB64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ABC0F-69EA-464F-B8E4-D023D3FB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Protects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4C49EC-049E-4878-9706-4E50141B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D67CE-011A-4B14-9C59-8D55A616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AFB68-7C17-4728-9429-63B40554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C46377-18F0-4C92-A9BD-283438F1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Decision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16430B-BCAF-4757-8D38-806B02CE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448044-FF11-469B-A5CF-379AD3D9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Defends 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960C2A-053B-41CC-9480-3AE2A3BB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C8DC49-B9F1-49CB-B232-FFAA943B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CISO/Legal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D0938A-FDDA-4707-8CAD-39DCEC1E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111 / 142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260832-FC81-4E9C-992B-25243705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97F47-A747-43B0-AC0F-D848B92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581025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654791255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41DAC8-A781-4C43-B6A6-92EEF674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02A"/>
                </a:solidFill>
              </a:defRPr>
            </a:pPr>
            <a:r>
              <a:rPr sz="3450" b="1">
                <a:solidFill>
                  <a:srgbClr val="17202A"/>
                </a:solidFill>
              </a:rPr>
              <a:t>Workshop block 3 debrief: alert-to-incident operating exercise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82A84-976F-4F62-A1DF-3D63A0CF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C386F-8FAF-4B97-8C65-5BCAE677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239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5CE19-2669-4403-B491-E31D8679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12417-76DB-493D-A6A3-2C343959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8367F-49E5-4FFE-A8A6-7B0E2736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3830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D44B9-66EB-4594-A7F6-F6530AE5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ED555-895E-4854-ACC6-2212A624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43237-8E06-418E-8E16-CB076D51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0C951-7617-4B03-8E3C-6CB9D57A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D7FE9-EAD1-4759-BFD7-B90DA5E7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2E5D4-6C64-4A95-8965-8CE18A1B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9085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F26DC-1138-4F75-84EB-6DE30A26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383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60CF2-4E13-4CA0-9948-1768DF6D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03835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814BC-2DEF-46E1-9BE2-32A0E445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EB22C-5B5F-4BAA-A05D-10AD288B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95275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7BE7A-4F04-45A6-A5CB-0DA5F74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A191A-4BE3-48E9-90BC-6A15F4D4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86715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8B4F3-BA82-4845-A696-F98B9959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955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901AD-ED28-4206-A37C-5D9E815E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78155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85983-DEF8-4FDC-BCA4-346EA955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3395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94FDB-28D9-4002-920B-6DD38E08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69595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D439B-116C-49C0-9474-0B8E58DC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4835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CA3F3-1792-429C-A319-67E37A05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1035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50D50-64DB-41D9-B28B-C54E598D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112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5815F7-D8C6-493D-999F-BC606FD9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658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Incident Response, Runbooks, and Playbook Operations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82A6B-3ADF-4E13-885A-D587C28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9601200"/>
            <a:ext cx="1714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05_Incident_Response</a:t>
            </a:r>
          </a:p>
        </p:txBody>
      </p:sp>
    </p:spTree>
    <p:extLst>
      <p:ext uri="{BB962C8B-B14F-4D97-AF65-F5344CB8AC3E}">
        <p14:creationId xmlns:p14="http://schemas.microsoft.com/office/powerpoint/2010/main" val="585252358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F1FEE6-82E1-4AA8-BE0D-103FDA5B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Why Thai compliance belongs in SOC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FD003-37A0-45FA-85BE-46A76B74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40583-648C-49B8-963C-E5222F56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13213-C6FC-4F21-BB40-75DD640F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0BE46-FCDC-4533-89AD-CB977552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89F12-75D3-4ACD-B076-883161E9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SOC produces the facts needed for Legal, DPO, CISO, and executives to decide.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8EAC4-6568-4A81-AE8A-058347CA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85DDF-78CA-4AF4-B0D6-637A10C5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B7D3B-D6A7-4E41-A54A-9B5D181D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Compliance handling starts with evidence, classification, and escalation timing.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8142F-F965-4201-82C6-F9C0A14F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D225C-352F-4C11-8D7B-4DF1059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7EE96-A018-4671-A1B7-DB37F00F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The SOC should not give legal advice, but it must open the right checkpoint.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69839-759D-498B-8AB3-70A82482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D03D2-5640-4DB7-A3AD-48732D15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CA269-65C3-4156-BAFD-F964E216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A2532-99E0-423E-85B6-3D7E499C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49694-946B-4A67-A2AC-D96CF960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467D9-D758-487E-AF15-D8D8DF3B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E6D0F-C8BB-4A78-AA6A-5EB6F207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A169D-FF17-485D-BA78-C9BD7496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2C342A-3B57-408D-B325-2E45A932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9C946-2F47-4E85-9664-A6948F5A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0948E8-268E-447E-AE36-133472C2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101712520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D4AFDF-CF56-413E-BEFA-5D5EC66E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PDPA operating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BC243-C069-49EF-91C4-48CBB0B5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C3E0D-2C26-4144-9B20-D807CBC9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3DDD3-7E11-43DB-A379-63D79AEC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29287-C899-43F9-BEFD-5937BB2A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E78E8-2267-429D-BFEC-69CA8F86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Open when personal data or sensitive personal data may be exposed, altered, destroyed, or accessed.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0D7D4-CE15-441E-A757-06700FE1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3053B-C6B5-4BBA-8106-5F4B7737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2654A-F290-418A-81B1-3F1A984B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Preserve affected systems, data types, subject estimate, timeline, and containment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30583-8B6E-488A-85D0-D12A9D0F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EC158-E231-4E9F-B739-AFD90943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ED000-2D06-465B-BF02-1F1FE5BD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DPO/Legal decides notification posture; SOC supplies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CFDD4-6F87-4867-9320-79C5AA1B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69521-C7A0-4F5B-981C-F984AF24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80F32-379D-4CDC-A9EE-424B4186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BA4A5-CFEA-45F8-B7A3-FB115546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26074-D87C-4D83-8DB8-CA7E9945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8FB80-B974-46A6-B2D2-7C4D3D2F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AC8F6-4DB8-4B58-A15F-E25EA10A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D0CA6-8552-4E5E-8A5C-029A86E2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DC3AA-B865-4FDD-8257-E8985B05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D8158-6469-4868-8F05-1151D666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7A114B-8397-4EC5-9D74-0DE11E21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40723158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FBD5E3-BAAD-4E2D-9C68-14E6DD0C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Computer-Related Crime Act operating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BE06D-41EE-4DF0-A00D-B8F654FC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8E8AB-9A60-4697-834C-83394E17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BEB15-0884-4675-84CE-5892DB39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63935-05DA-4FCE-8105-887AA65A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EE4C9-C52B-4934-BB4F-4A645A01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Open when unauthorized access, data alteration, malicious tooling, disruption, or traffic-data requests are involved.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CD2A5-5C2D-4A2D-BCE2-0E95A0D6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9DDDB-E80C-4904-9DFC-072E3298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40E78-5482-45A5-AC0D-637A7A53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Preserve authentication, network, endpoint, application, and traffic logs.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D1D94-4E36-473F-90AD-A2BFB0E7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1DE72-F170-4FD3-8D67-D526E09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1B74E-BF47-4F11-A43A-B320CAAD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Legal decides law-enforcement or authority response path.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C3E21-CFF4-4CEB-B6FF-BA517CDF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A78C8-C9FD-4230-8A9F-4FF56D0D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5EEAB-8F40-4D66-893D-A0F9D418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AB906-AEBA-4076-8783-6A552E58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D70EC-4593-4CAA-A773-E325BF33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D95B9-8F43-45EC-A4E0-5E177F0B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F4923-B40F-406D-BBE7-8B938166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E954F-EECB-49F1-A8E6-B59987F8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4373F-A1CF-4221-9B77-0BD67BB2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E725F-F117-43DB-B490-5FB82F45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1D3E8-7852-4E22-A56A-253FADDF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210322691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8E4853-3803-4003-B479-C40C40E2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Cybersecurity Act operating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EE101-8D25-427B-AF49-1925E6B7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5EB34-146E-4567-A79D-EABB23CD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33B20-EEFD-44CE-8166-EAB2B7E8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95847-DAFD-4123-ACE0-189EDBF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17F4C-2281-4C31-89E8-DCB28402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Open when a cyber threat may affect critical service, public-facing service, or public safety.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7B30F-2257-482F-945C-F727BC03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FBB4F-6DD6-461E-BDE9-51A08984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65A08-C4C0-4F79-8238-24502361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Prepare service impact, downtime, affected population, containment, and recovery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3178E-BC90-4BF5-A459-21D6869E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CBC0A-9393-4A40-ADDB-AB88B00E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1CBDC-95F5-4848-9F59-8F658BA8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CISO coordinates executive, regulator, NCSA, or sector path as needed.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F185E-16EC-48B5-953A-49774DD0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C9FF4-C338-4590-BBA2-429E5DC6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4A179-AB65-4D3B-A2DF-C488407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7E609-2994-4861-93D2-DFA72035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06719-7EC5-4168-8FCA-22B04821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4EB00-F064-4978-A293-27859A86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BFF0F-C9BC-4FCB-9FA7-4EAEB675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83DE4-888D-46EB-8729-826C4D4F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91B4F-177C-43D0-A475-4F389DE1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116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AAA6C-799B-455C-B397-567A03FF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01DF0-E912-4B08-AA4A-306A2A63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875439710"/>
      </p:ext>
    </p:extLst>
  </p:cSld>
</p:sld>
</file>

<file path=ppt/slides/slide1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D3B2FE-4F7E-4924-815D-551B2D99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Electronic Transactions Act and evidentiary integrity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A588D-8B17-4961-BCC0-5721EA9A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D6039-89DB-4BEF-9E2A-7A549C63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83424-01FC-45A4-A927-75A4CA29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6443B-9599-43FB-844F-A8D38CEF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0647A-03F3-4CE7-8760-D182A656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Electronic records may need integrity, authenticity, time source, and system-of-record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CDF4E-282C-4D61-BFB7-3FBFE8CE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E3974-8436-4478-907B-35FA3D9C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8C26C-7D21-4441-9F7E-9619E294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Preserve approval trails, digital messages, logs, and chain of custody.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60FDA-A874-439F-B9F3-01CCE310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615C3-2980-4569-B4B2-B43087CD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D8F1E-E16E-4774-9E9C-3FBBA3BB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 not alter or delete records that may support legal or regulator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92D7D-ACB3-4D92-8601-00A5B12F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A829C-E382-43A4-806C-CCA42719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B893E-83CF-4C9E-BFA7-F46ED355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ED060-2805-4376-8E23-53072454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29BCA-8012-4310-84FC-0F9041BE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0A5C6-6E92-48CE-A54D-05FB73D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52226-23D7-4B48-8148-CF07F779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65C44-1083-4B1C-AF88-BE35F5F8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7F65E-DC47-410E-97AF-EF375CA0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366DC-8D30-4916-BB69-B90879ED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14FAE1-C768-4757-9E89-996416C2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388742377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84E90D-E34D-4DB0-9393-198BB3AE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NCSA / ThaiCERT coordination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BC818-D6C1-407A-B37E-1E0FAC2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8B05C-0E62-4E44-B383-856E12BA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D9840-5725-4CA1-9B00-4149123C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94DCB-195C-455A-B9A3-1A1F07C1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79F86-BA39-4BA1-A057-3946B309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when national or sectoral coordination, advisory response, IOC sharing, or major incident support is needed.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2DCA4-0560-44B0-B44B-788F63EE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3D0DB-68E3-476C-B0E0-5419034E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66135-A25F-42C9-8F69-36A81897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Prepare sanitized IOC package, confidence, observed scope, and sharing 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21248-E5C8-4C93-8FF1-1064F29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B3542-ACE7-4A5B-AFB5-6589D596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97A4F-29A4-4A17-A8C0-0B5C5B0B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CISO and Legal approve external sharing and response content.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8F981-42BD-43B1-947A-C4CD0C21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C80DD-C479-430A-902F-37DFA962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E42DB-2BE7-4A27-A513-3D30C62B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536B8-EF3A-4790-AF1C-E5CB7D80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2747F-EB12-4C87-A2EE-DBDF6EF1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6FC68-9E0A-48D4-8463-73320602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9C346-3CA3-491D-AC28-40323FC4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757FB-8117-49F3-A9DC-51B929DA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2CFA3-82EE-47CE-A83E-CB3DE954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118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8EB4D-82C2-46DC-A3C9-976A414D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F48B8-9ECD-425C-964D-9972F82B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763411879"/>
      </p:ext>
    </p:extLst>
  </p:cSld>
</p:sld>
</file>

<file path=ppt/slides/slide1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21C157-A2D3-4E35-9861-95A3C06B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Thai legal trigger-to-action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E1EBD-8DFF-4F7B-B14D-F85A472F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F03BC-6D47-427F-9596-2F24340C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29BC2-72B5-4D6E-B8F4-E9BB05F3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9A255-CA49-4807-A1E3-B44DE9FA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74EED-91BF-44E6-8915-A344D6DD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Trigger identifies whether privacy, computer crime, cybersecurity, electronic evidence, or coordination path opens.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6666F-8371-4220-8B97-283FF91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D12E7-339B-42AC-B1FE-CD6A1FEA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FD389-7E40-4C3C-8183-4625F2EB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SOC action preserves evidence and starts decision logging.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4D7F7-E312-49CA-B220-18EE270E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D49F9-D142-4F32-8B75-160974B0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E5264-2DA9-4BF4-A0B5-E6B085CB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Owner and notification checkpoint prevent unmanaged external communication.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3CEDD-F9B6-4BE3-9CF9-4CD1477E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C6780-9328-4A76-8EFC-671936E0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86CC9-3858-4776-8882-CF141C0E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13EF5-CC35-4A21-B268-C48AFB03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380A7-C5C8-4E31-8C59-B74031C4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056A8-F9DF-4569-BF4E-EBB27083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72433-997F-4847-9955-4D1866CE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2C711-1526-400D-A974-BFC1E2B3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77BA8-F23A-4BA6-93E9-9C861804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119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A9932-7241-43E8-BF8C-A536AA93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DB9EF-3511-448C-A81D-EECE6EBE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638247995"/>
      </p:ext>
    </p:extLst>
  </p:cSld>
</p:sld>
</file>

<file path=ppt/slides/slide1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60F9BA-D40F-4045-84A6-D141A5A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Notification decision and evidence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97F69-1A8F-4DB1-982A-0893E237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170B0-0A31-4C69-B8D7-68A1C401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C1144-7EF1-4B15-888A-9E4FCDAB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DA2F3-9DDB-4E65-9953-F6661788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5B036-284F-4D53-A175-F91438FF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Decision states notify, defer, or not required, with approver and next review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44F4E-5222-4310-B4FC-A1447852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F86FA-AB68-40B0-87ED-D24ED3CA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D5E0A-3246-4354-AEFA-97B4F770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Evidence package includes timeline, affected systems, data impact, logs, chain of custody, and draft message.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F74AD-3FF4-4BFE-BC1C-A2DF3709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B7658-FCC9-4517-9525-B391BF9E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EA8B3-D02B-452F-B2EF-0122A9E2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Facts and assumptions must stay separate.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867E5-85A1-48F7-9BFC-366D5706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1CCDB-683B-4548-A29D-88C3601D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79AE2-02D4-4AAF-8F28-43BD2D6B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3FEC5-C253-49C3-83C7-7F61422B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F3E0E-0B1D-4BE0-90F3-AAC7AF58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D0233-9127-48F7-A394-40B958D7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1A9D5-3F0F-4630-9688-9EFDCB3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AE09E-19A1-488F-9236-A3C62CD5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7A840-729C-4B73-9A1A-2A68BE0D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120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22BF0-E88A-499D-9E15-913951F7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BAE76-A5C9-47BC-9F19-501CB28E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351928638"/>
      </p:ext>
    </p:extLst>
  </p:cSld>
</p:sld>
</file>

<file path=ppt/slides/slide1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FAC573-1AA4-4466-9A33-E434B46B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Thai legal escalation template in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92CCB-53C1-4FB7-B7CE-3DD08C91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3CA11-1D76-48DE-98A5-4F509E7C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849BB-EA07-4255-B667-45265ED6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AD8D9-18B6-4C20-855A-DF2BC63C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Checkpoint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B896E-48C2-4F7D-996C-DA7C628D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FE92B-CFB4-46B4-AA7E-91DC93BE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SOC provides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DA715-A8B1-455E-AF2B-28D801B1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2A041-B0CE-4F82-AB17-D737D08E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A5523-5238-42D5-AF27-6CB70E80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25DA9-9B03-4B87-BB38-2BE456FC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PDPA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71829-C320-4434-838B-DFE10A70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32F54-A4FC-4F27-AF46-C31F6D67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Data impact 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1CC11-FDEE-49C6-B268-9522CC93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458A7-4F59-40A2-8F94-F5D79A0F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DPO/Legal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6771B-94A7-4317-8A64-32FF799A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69B19-E152-4CF6-8EAB-D3883110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Computer Crime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E4D63-DD86-45D5-8E7A-69385D78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9F63F-FA10-4233-88D5-20541F99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Traffic/access 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00C5B-F9E3-4BE2-8FD1-C53C2B9C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7FFF1-88D7-492D-A159-6FE79C00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Legal/CISO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6C828-9A6B-4397-82A3-D8C3E5FE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1AB07-B1CB-4AB5-A400-6AF2A91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Cybersecurity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77504-4F86-421D-AA68-66B1951F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F8CAF7-8C43-4B2A-AF14-E6C66B94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Service impact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04FE3-56FB-4476-B4B7-48999EE0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6F89D8-658E-470B-A4AF-7C72878C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32CA5-829D-4BA4-B6DB-4ECD1103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3BC9C2-A8AB-4017-8CE5-221103A8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Electronic records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D2589-A2FF-464D-9555-202F39C7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B4807D-BE84-4E22-866D-A0E53310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Integrity/custody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3A9958-AAC7-4D22-9E92-CC0134F3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43EAD-E517-4929-9125-26EBF36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Legal/IR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BF312A-B19A-46E0-AD51-4BE6D94A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121 / 142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31182F-C05D-4A95-B324-C47645F9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590A8F-D929-42ED-91D8-8931018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81025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1267658105"/>
      </p:ext>
    </p:extLst>
  </p:cSld>
</p:sld>
</file>

<file path=ppt/slides/slide1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8CEF98-2A17-4D47-A3A0-1DFC4DB4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Workshop: legal-impact and escalation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39254-110B-48FE-AE8B-043FAE92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CFDAF-78EA-4738-A4D0-54EDE788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DDFAC-4111-4805-9919-A3B94C0B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D32CF-31C8-496F-90AD-9F525A9C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2EDCC-B18D-4FC5-82BF-F70A741F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58489-6055-40EF-8143-F97FEEF8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FD672-0C04-41CD-88BE-15F89B1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DA247-1933-4FF1-B713-332D2D9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C8C42-D2F3-47DF-B28F-98D8F400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4424C-2959-4D86-A114-2D90C92E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7F7A6-F516-4F39-8D31-CF3587D4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A716E-72B8-4E5C-BE10-440E42CD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778F5-3894-4D4B-8AC3-A5CD0E42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1336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961D5-6027-4CA2-84EC-5573BD86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2DB78-6C77-42C9-AAC9-AB178B8A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0480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D8471-43D2-439E-BFAC-2DC48F75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C9D20-5661-4A16-87C8-5935D6A1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9624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BB426-F68E-4FCD-8A4C-0FD617A8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DDE35-2F5B-4F05-8FA9-281DEF36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8768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BFED1-52B4-4664-8899-0298E15F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5B5EC-F1B1-4D22-8336-B6CEE6E2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7912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571CC-5708-4110-9F99-328A8736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436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5060F-C118-48D9-8797-29EF7C02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0560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ADD74-4C03-4931-9FD8-96524153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122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01655C-8EFF-44F7-921E-0E6A8648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0591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Thai Compliance, Privacy, and Legal Operating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EFEE58-B40E-4F58-AC89-8CDA61E2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9486900"/>
            <a:ext cx="478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07_Compliance_Privacy; NIST, MITRE, MDES, ETDA, GPPC/PDPC, ThaiCERT</a:t>
            </a:r>
          </a:p>
        </p:txBody>
      </p:sp>
    </p:spTree>
    <p:extLst>
      <p:ext uri="{BB962C8B-B14F-4D97-AF65-F5344CB8AC3E}">
        <p14:creationId xmlns:p14="http://schemas.microsoft.com/office/powerpoint/2010/main" val="2118383305"/>
      </p:ext>
    </p:extLst>
  </p:cSld>
</p:sld>
</file>

<file path=ppt/slides/slide1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4A07BE-508D-469F-9247-D8AAA7BF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Incident report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B4266-2DEB-4E3A-8A2D-70AD04E0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4B227-4479-4CB5-AA52-47482E4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E149E-56D9-411D-B903-FC8C016B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26DFA-F2A9-426F-8BD7-15C78ECE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9A6D2-8477-4354-B37E-10DDC034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Report what happened, when detected, systems affected, evidence, impact, actions, and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3C7A1-4A6B-4A1E-A6B2-95F01610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42BC7-B75F-4CF3-8411-DAF58508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74D10-F550-4299-B81B-C4FD0B7B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Separate confirmed facts, assumptions, decisions, and remaining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41193-DED3-40B7-B54F-0DD75B91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20B19-4D16-4EF2-81EF-DE8DC6D5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5BB8A-0263-4817-A408-477F1A39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Tie report sections to severity, legal checkpoints, and executive communication.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41B63-858E-470A-A2BD-4DE0C5E4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CDB1A-40B3-445C-9026-FAD09F80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69F6C-1211-4A3A-84CA-F2812706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4B9D9-3571-48D1-A670-A836D176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7D3D1-1DD6-484C-86DC-B21A25A9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90371-6CE8-4CDD-A43E-9FB7B4BE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13A53-318E-4AD5-9558-19B2080C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D1F4C-7712-4189-A3B5-C8D1F2C6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CEB8D-8F0F-4B7A-944C-B3C023C2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EEBF9-1A2C-4CE3-BEB2-42267703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4B12B-6EF8-4484-97BA-6A02AEB2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1460111812"/>
      </p:ext>
    </p:extLst>
  </p:cSld>
</p:sld>
</file>

<file path=ppt/slides/slide1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1985A7-1579-4E7F-A3DC-C02CEFE6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Incident decision log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35AFC-7A36-48CB-9F03-C07E5788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0D2A5-C29A-4177-A748-64B667C2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4E1A1-7D31-4D32-9CE0-3B004559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AF063-4FE2-4520-95E3-80479F50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4D3D9-8B6C-4EDC-A079-8AEB11BD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Capture decision, options considered, evidence reviewed, approver, time, and next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714EB-A794-4D9F-A544-9A8B7146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8DEC-B2DE-4FB6-8043-37F320ED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A9D3C-D1C5-475A-A97B-7E1CC014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for containment, shutdown, notification, external statements, and risk acceptance.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1ADBB-A420-4D58-B99E-8EAD9AA1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DB1B3-20E9-4B9A-9579-78EFADE9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8B8EA-5B8B-499B-BA01-48BA91DB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Decision logs make post-incident review faster and more defensible.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CFA48-2F92-4481-8C82-FCD3527B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9BE7B-BC96-4B9B-9FD5-0643D14D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C4CE8-3516-4B7A-B07F-0915381B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1D962-602A-45F7-8B13-30D368EB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8E11B-CEC2-4CA2-BBE9-200938B5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70CE4-82EF-461E-8D9F-68205947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A8FDC-4479-4604-8B4E-73D6ECC3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27576-9B42-4A29-8D46-B62233D9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99FE2-FA87-42AC-B77F-51F43C36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D0428-3A8B-4D9A-BC35-FBDA832F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E999A-5D10-4FEA-9607-C150C16F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1025163560"/>
      </p:ext>
    </p:extLst>
  </p:cSld>
</p:sld>
</file>

<file path=ppt/slides/slide1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79AC2F-70F1-4C75-BB37-F72012F7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Monthly SOC report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E826F-C96F-4D00-B4DE-1DE3072D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F9D63-366D-4B4A-8778-CD2308A3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F5D1F-C3C6-4418-961F-568AE658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49C51-5AE9-44C2-997A-5A1A49B5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95391-E1BE-4313-BB2E-2B2454E8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Report incidents, alert quality, backlog, telemetry health, detection changes, and remediation movement.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1019C-B2AC-44E5-B6B1-EE5DD47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C5301-3C91-4BCA-BF35-4841E213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A5993-6568-4EDA-B5E2-C12A36EA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trends and decisions, not only activity counts.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6D701-E017-41F1-888A-1607A56C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1CB4D-A5E7-44C9-960E-5B80BE56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85CD-E37F-43ED-965B-D4E900E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Connect operational findings to business risk and required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49DD3-84E2-4D1C-8EEC-4CDE5D79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F251D-7C40-4C71-B30F-504A5F49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836AB-2E10-4490-BC98-5ED4BCB9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48E00-7A63-404F-9BE1-844EC4A7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91B46-F31E-460C-9274-0FE62857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E0321-D9E3-42D8-AB4F-335590C7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3CFD3-D2D6-4708-A9BC-50162EF6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F0D3F-A2B4-4458-8D8B-4789C49A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2D852-50FD-4BAD-A724-1593BFC5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85FFE-00DD-45CA-AD7F-6B5C5106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E9079-DC10-4DFF-9A7E-597DA751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448961761"/>
      </p:ext>
    </p:extLst>
  </p:cSld>
</p:sld>
</file>

<file path=ppt/slides/slide1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5963FF-DF2B-4E55-929A-165CD537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Executive dashboard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6DBF5-E22C-4C52-9A96-51B81269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33A98-9581-49F9-9C7E-D026387D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2DCFC-ACAB-4F85-9E62-8D1F4ADE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B3DFB-50CF-4221-871E-7CADB19F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D409F-1156-488D-B9F3-9D7A0998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Executives need risk posture, trend, major incidents, open decisions, and resource needs.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486BC-9EC0-416D-AF4F-60BD8084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9D56C-EBD5-46E8-99B7-40936DDC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BFB1D-F30C-46F5-B5C2-1F07E3AF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concise metrics with explanation of what changed and what decision is required.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27CD8-72DB-44C9-885A-4214DCE0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DDE8E-EB8B-4628-BC0D-D9E545EE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A71DE-A199-469F-A030-5911889C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Avoid analyst-level detail unless it supports a business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06515-DD2A-4B70-A264-1FE55F95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065A4-BE00-4D2E-B42A-C4F09FFE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4D9F5-3693-42C0-90B9-033E7D5F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8CCA7-30A2-4458-A317-442E251C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36E41-A147-474A-8AEA-96D54D98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DA6D3-C0F3-4B0F-822D-23F239A6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8ED9F-01D5-4FA4-8F78-3F9CBB85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F9814-DA3F-4E62-AED1-B3FB4336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D189D-0E1B-4BC0-B60F-5986C9EC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126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A2547-F9FD-4EAA-90FD-79DD18B8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B6BFF-3707-45C4-BF6D-01DF630A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1143807687"/>
      </p:ext>
    </p:extLst>
  </p:cSld>
</p:sld>
</file>

<file path=ppt/slides/slide1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56D1CE-15EC-4FDF-8386-3B4A1393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Board-level decision pack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B8E70-EC88-4855-A333-8DFAA16C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9FFAF-FAE0-456E-B7D4-0CB836B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D9F3F-443F-49DB-A79E-447EEBFA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FFC4E-4E18-465D-9B47-2049853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F6159-68AA-47E5-8518-D61E1592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Board material should show material risk, control gaps, accepted risk, funded actions, and progress.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F1E92-F2C4-4748-8767-21106E38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905AC-4240-4475-8D90-8165965F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11089-A07D-4558-B720-3CD0E3DE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Summarize consequences of not acting.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85DA6-B5B0-4EA3-98E7-C13EEB2A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1FD49-7B71-44F5-8563-62ADD723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E862A-7EA3-430D-8C69-FCD34C02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Link incidents and recurring findings to strategic investment needs.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02352-51F6-471F-AE5B-8F2AA5CF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7A926-D4A6-4786-8B5E-C78F022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60F59-1C3A-4F13-856C-D925F66F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D347A-9040-4204-A7F9-28A33BF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81E8A-DF5E-4759-A129-DE4BF6AF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3807C-CC2F-4A40-9653-15BA7206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6D1CB-B3D8-46CF-88DF-DF7A0490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E5AE4-1544-42ED-B43B-823B42F5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D136C-C2CF-4535-994C-5D29D7D5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98E57-D5EE-4175-97A1-70F56AF9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2322F-FB98-4C07-A6FB-B851870E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2001596242"/>
      </p:ext>
    </p:extLst>
  </p:cSld>
</p:sld>
</file>

<file path=ppt/slides/slide1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F7C50B-3450-4E58-A66B-8B93F31B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Communicating facts vs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BE68B-D221-4838-AC98-8B33E375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E3905-7D59-49C0-A7CA-ECE17D49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3DE72-2627-46E5-B853-39530330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2E7D0-7272-4A0D-AC2C-1E7F43F3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A37D4-D8D0-4C09-B5AC-52932374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Facts are observed and evidenced; assumptions are current interpretations that may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CBD3C-23AB-4C81-A37C-FD620ACB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4C34A-BA4A-40DD-8178-D1B41CBB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0D5E0-E6D0-409A-B2DC-7FDE08D9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Do not let draft statements outrun the investigation.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01820-B981-456A-A4D0-70A9DE5F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EDB15-9E2C-479A-8428-04777780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311A3-ADF4-4BCF-8EF2-3568F8E1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Every external message needs approval path, audience, scope, and version control.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7F06B-4B73-4C44-88D6-1FD9C6F1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194CB-4C65-4920-9676-CA77047C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5F5D5-6F9F-43B0-92EB-6C4083C2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26043-2AE1-4EEB-AD7B-9CEF8B0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189A0-825F-4553-BA2E-9D1CCA98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5E830-950B-4637-8984-857FDADF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BE857-1643-4115-A7F7-492C0B7D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C99EF-559C-4616-8495-D01DF3F1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E5810-4C25-4F92-AD78-5E49DD7F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128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C1F57-329E-4917-A4A9-F1DED2E1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C08D6-4BA3-4B2F-88F6-925148F2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2197862"/>
      </p:ext>
    </p:extLst>
  </p:cSld>
</p:sld>
</file>

<file path=ppt/slides/slide1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2A3852-4A76-4656-A319-D2DA9606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reporting template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63D82-A9E1-4A9D-A138-3F3EDC0F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18C22-0C5D-444A-B06C-FEA7CCB7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AF8FD-2F5D-4A96-9EC6-D73532E1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FEA74-E210-49B5-ABFE-D14A363F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8D198-D31F-4B69-A38F-A614A2C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2E4E4-8736-424F-B1E0-1842F369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Use when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F6D70-6888-4F11-9CB7-48CBAE4A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AD596-D379-4A5C-BEE4-1C8F57F8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Audience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1E900-27CE-4532-AF70-E517A4E0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37E54-D893-482E-B42F-2996FF6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Incident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165B1-C9F2-4695-9F8B-1F7BB1FB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BF59A-C1E7-4F0A-8C53-0C65B840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Case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44466-B648-4890-92DD-66055C01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2B222-5418-4B3D-BF66-C58D9F50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SOC/IR/Legal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C7443-7970-4F34-ADA6-9A32BD54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918FC-1A74-42B2-9437-AA88F8A0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Decision 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A1DB3-3128-4CD2-B016-80C41E7B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311ADB-93EC-4303-AD3B-55D7B054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Material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21D6F-4802-402B-AFFF-00B51259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E4C0D-51D0-4B19-AAEB-3A269AC2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CISO/Legal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93120-2A00-471A-972B-02251C8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78BC0-8B03-41C2-A119-70134D1F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Monthly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CC4B0-BE11-4EA0-9584-2358A31C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CFD41-2FA5-446F-9115-DA65AE62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Operating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954325-A0C6-42CD-80C7-927A6A71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301B3-8649-49CC-8A19-14E34BBF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SOC 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CA6F9C-E819-4C9C-AD03-C6D0CEF5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9EFB9B-34A7-480C-A1EF-0B4AF493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Board pack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0D081D-4E44-4FAA-AB31-0AEDAA0C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5F5323-B169-4CBB-84AE-5936660D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Risk decision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1703AF-E6CE-44DB-92C2-59391060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230EAE-8F88-4E6C-B143-A97713C9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Executives/Board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3A457D-FBE1-4EAD-B697-C018C3AC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129 / 142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179AC9-2FC4-41D9-83FD-2F323B49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09C3BE-0968-4A6A-9951-A0F9623D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581025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2060152602"/>
      </p:ext>
    </p:extLst>
  </p:cSld>
</p:sld>
</file>

<file path=ppt/slides/slide1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76F7A8-4AD5-4FF1-B135-10281433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Worksheet: executive escalation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D0B77-1273-491A-BB4E-1622A45C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44306-E22B-4601-9C7C-23FB2AD6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4EAC7-534F-424F-BF28-167D6019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185B0-894F-42F7-8B94-D3F0EB65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08C6A-7B8B-4FDD-9B05-1B1C47F4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Work in teams and assign one owner for the artifact.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73E78-8849-44CA-8DD9-6D6E4ACB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1C1D2-74E4-43DE-9E3D-3642E583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FBA5A-1B7F-4EC2-B05D-C89078B0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placeholders and the repo templates rather than inventing a vendor-specific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CADBA-5C48-4C64-8E35-79D70EB1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A10B0-623A-44B6-9EA2-AFFDA4AC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218"/>
                </a:solidFill>
              </a:defRPr>
            </a:pPr>
            <a:r>
              <a:rPr sz="1500" b="1">
                <a:solidFill>
                  <a:srgbClr val="C9821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31E6B-4D6F-4D8F-9665-7F5CC367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End with a decision, an owner, missing facts, and a next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1F4D0-3763-4490-A3D6-95F75594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8218"/>
                </a:solidFill>
              </a:defRPr>
            </a:pPr>
            <a:r>
              <a:rPr sz="1800" b="1">
                <a:solidFill>
                  <a:srgbClr val="C98218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98F4D-D382-4D97-8AC5-E976A804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1336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52203-A91A-4EAC-8CA9-1ED7F8B2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959EB-39F3-4E2E-8F61-36CE1524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0480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FF238-3D2D-4E96-9AC0-FC620303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F8A77-5916-446D-83E0-3183425A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9624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B2D7B-487E-4866-87DE-7CD2995C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737B2-A323-4F5F-A3A1-FCA34AB0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8768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0C9D3-DF12-4DCC-B116-EA65D277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06FE0-7F11-4151-9D38-CF1098B4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7912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72D9B-7950-425F-ADA3-31C63636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436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288E1-586B-4BEC-A9CF-16BC2737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0560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DB0848-FD71-4C64-91B5-1633C88C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8218"/>
                </a:solidFill>
              </a:defRPr>
            </a:pPr>
            <a:r>
              <a:rPr sz="1125" b="1">
                <a:solidFill>
                  <a:srgbClr val="C98218"/>
                </a:solidFill>
              </a:rPr>
              <a:t>130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0A0345-942F-4E5F-9B7A-EFF15373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3544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Reporting, Executive Communication, and Board-Level 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66FE28-95F9-4512-A191-F05FB12D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9601200"/>
            <a:ext cx="18288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11_Reporting_Templates</a:t>
            </a:r>
          </a:p>
        </p:txBody>
      </p:sp>
    </p:spTree>
    <p:extLst>
      <p:ext uri="{BB962C8B-B14F-4D97-AF65-F5344CB8AC3E}">
        <p14:creationId xmlns:p14="http://schemas.microsoft.com/office/powerpoint/2010/main" val="565944502"/>
      </p:ext>
    </p:extLst>
  </p:cSld>
</p:sld>
</file>

<file path=ppt/slides/slide1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916CF1-9EEB-43F5-9456-F55E2425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SOC onboarding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BCD18-0062-4B9B-9155-58AC2B98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ACC35-54C8-4CD6-96B3-D6E7A77D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E9851-F4DF-4312-A057-EF0303CB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199ED-31C6-42D5-B083-A3B16C1F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A64F1-BBA5-417F-9BEB-53601EC6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Onboarding should move from access and process awareness to shadowing, guided work, and independent handling.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47A45-EB02-493B-9CC1-78CD5BD8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79D43-1D2E-4B65-8868-462A45B4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E7C48-D7A0-476B-95F9-97B6BAE8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Competency should be checked through real triage, reports, escalation, and evidence quality.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FE72A-4AE6-4DA0-B06F-966AB292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6F59D-3257-4495-9B05-69BBCDAE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C3AC0-78DF-44B1-812E-3AF9CDD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Training records support both readiness and audit needs.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B6A4D-74B9-43AD-8051-D3235DD1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3AD58-E26B-4102-BF4C-EE00E2D8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F35F9-7B4F-4A54-9057-9EF73B1A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5FC68-42FF-4ADC-BB43-87329838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F0BB3-5EEF-4FD3-9DCE-8074B021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75BA8-92BE-41A9-8F7A-C4C5715C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AF2B3-3DB2-4221-825F-43515A15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76B7C-E944-4E1E-AD0B-5E543E06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D9BF0-7C90-4B00-8797-B0F8BFB7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131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6D7D6-1CDD-4C1E-9140-7B1133C5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C8621-48F9-4D18-8019-373C8077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94869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2088908878"/>
      </p:ext>
    </p:extLst>
  </p:cSld>
</p:sld>
</file>

<file path=ppt/slides/slide1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B99986-92C1-4926-89EA-086F727F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Analyst development and cross-skilling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CE360-F100-4017-B2E7-21691837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6F997-D5F4-49A6-B65E-2DA9529C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EB56B-1983-4816-9432-7A96983D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14825-4393-4C75-AACC-D774E1E4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CD749-15DE-4A29-A6BD-D91239F6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Develop analysts from queue handling toward investigation, detection logic, and incident coordination.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FAF7A-BAF7-4A12-BFD4-71CA7A19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0D855-AADA-438A-B1A8-BE099149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6FC25-26BD-4E42-85B8-CF89B74F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Cross-skill engineers and IR roles so workflow handoffs are understood.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3C0BB-CCBE-40F9-8DD0-99EF5DCE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2D272-23EB-45F7-AC10-28EA7BA7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82788-8AAB-4CD7-A639-2A46C3B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Map skills to role expectations and promotion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80083-5A74-4B76-A520-A9FD1296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6E4E6-B1FA-4709-B2B0-01E7B0EB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E5D28-D047-4BDB-9A33-D33FA3A2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CB439-F44E-4442-B9A5-2B5FBECF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7E6DB-A6B6-4FE9-A872-32326C22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69CF6-AD0D-4C8A-9216-17A95043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006D1-B7F3-41B8-B65D-527E7E8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7F5B8-B408-4304-A7F2-AD04D8CC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462BF-7BB4-4454-A0E0-4BDFBA48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132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44B3A-A218-4403-974E-DAFADFA7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BB4D1-6DA5-43DA-BC12-8B65D574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94869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1247047214"/>
      </p:ext>
    </p:extLst>
  </p:cSld>
</p:sld>
</file>

<file path=ppt/slides/slide1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D47B5B-2DB5-4083-9F4D-D6E85C7E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Simulation and purple-team cadence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67639-2B6A-4427-9BBE-4E05FDA4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60A10-2CF8-4AB9-BECB-D3BB80DA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D171B-D15D-4670-968D-3F72D7AB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0ED3D-2656-4F64-813E-300888E6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AA2BC-B96F-4E26-A347-FCD3AB6D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Simulations test people, process, telemetry, detections, playbooks, and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5DF10-A22F-48AC-A8FE-5EE6995D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A77EB-3761-43FE-8936-58760EC0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A0DC8-E566-4287-A569-A63D23FC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Purple-team exercises close the loop between attacker behavior and defensive coverage.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7E502-E7E1-4000-93DB-DC548AD0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0260B-F0AF-41AF-8930-BE241F35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26D42-6405-4CBF-BFBB-113606C4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Capture findings as detection, telemetry, playbook, and training backlog items.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A78E1-B968-46C7-A125-9328E7A0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85907-11A3-470D-AF9E-BA42D6FF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07178-3D42-4378-9B3D-8271FF5E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4F809-A575-4FB1-8131-A6ECE0DE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6CE64-B947-4E1F-8E20-43A08E65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EEB5D-BE10-46FB-9AB9-E415CCDB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B7692-696C-4DC7-87A7-6B10E767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623EC-DC47-4E05-BCD6-5555DE2E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BFFE4-CF0A-4059-9B02-D21590D7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133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E4F105-BD72-4ED5-9781-DF3401BC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15C92-4135-4797-A6CD-FC818443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94869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1257735415"/>
      </p:ext>
    </p:extLst>
  </p:cSld>
</p:sld>
</file>

<file path=ppt/slides/slide1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13BF84-C116-4CC4-8326-152698E3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Certification path and capability-building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EAEC6-3176-49CA-9F3D-4219DDCF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44B3A-861D-4068-801E-D35E7E0C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0E4FC-548F-45BA-B845-3DF391B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9CD40-69F1-431E-9E22-D0A78F80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4F852-B917-4503-8C10-CBD84E18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Certifications support a skill path but do not replace hands-on operating practice.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46FE2-601A-4A8B-9900-32DDE0C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BF599-9DAD-4390-926B-F3C4B717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00421-7DCB-48E3-A845-00471D29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Match training to role: analyst fundamentals, engineering depth, IR practice, manager governance.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CF047-F8E4-4133-AF30-A3170642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416F1-4EA9-4ABA-A10D-AEBDFDA1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A9B17-877C-42FE-BDC3-F6D7AA4A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practical assessment before independent production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7C295-26DF-4B84-93B7-6AC0DAB1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18B6E-F689-4D61-B0C0-2E8B8BC2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DD04A-E239-40AB-A0F0-8A3C32ED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E58B3-3B12-4497-B42C-CFA2B8D8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A6193-1BBE-4622-8C5E-FEBA54A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6CBB6-EB6A-46BD-BC4D-677F869B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544F3-086F-4B15-907C-BE80BE0E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0955F-D4EC-4F81-B6B3-41ABF7FD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CE6EE-E793-47CC-8A82-BB35329F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134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488A3-BE58-4172-97E5-E80DA9A6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CDA0A-AD04-4CE7-A7A6-19E5FC3A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94869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1703554761"/>
      </p:ext>
    </p:extLst>
  </p:cSld>
</p:sld>
</file>

<file path=ppt/slides/slide1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2CE2CC-BA09-4520-A73D-FA66A722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Lessons learned into operational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43C74-01C5-4D4C-BF90-53B06D64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60A8D-2D4E-4622-BF64-4804AB80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EF71B-E688-4063-A2E0-B826FD09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AF172-EC5D-40EA-B4EB-06ACAC85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E5CC5-1AF4-402E-BCA2-83AD09A9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Lessons learned should create owned actions with due dates and governance follow-up.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03EFA-D359-404A-93C4-0E612277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6A28B-1673-4A97-82C4-C9B02135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1D5A6-B6E2-4E72-AB4B-A2EB7B53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Route detection gaps, telemetry gaps, process gaps, and control gaps to the right backlog.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C9151-388A-4451-B847-C1F59FE8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275C4-B36C-45BB-979B-F42B2188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7C66"/>
                </a:solidFill>
              </a:defRPr>
            </a:pPr>
            <a:r>
              <a:rPr sz="1500" b="1">
                <a:solidFill>
                  <a:srgbClr val="0D7C6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CE159-41E5-4E6D-AB5A-E75704D9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Measure whether the same weakness repeats.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186C2-72B3-4CC2-B1C2-BC2C73B5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66"/>
                </a:solidFill>
              </a:defRPr>
            </a:pPr>
            <a:r>
              <a:rPr sz="1800" b="1">
                <a:solidFill>
                  <a:srgbClr val="0D7C66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49CBB-A405-474D-BA93-5A068F96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E0E78-3A36-4428-8688-328955F8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6BA5B-5948-4E0E-9983-12A90513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E88EB-3408-46DA-A756-A3C6C4EA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09B8C-87A7-47FF-AF7D-2616E4CD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21CAE-3D37-4D60-A062-A4D25606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D546B-1499-4D96-8505-F56DF159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7BD6B-73B4-4BA2-8E77-AA33537D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135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6583B-93B5-43C7-8BB5-F4053FFB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48690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FDED1-37E4-4DA4-91E0-D7844AEC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94869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1663266967"/>
      </p:ext>
    </p:extLst>
  </p:cSld>
</p:sld>
</file>

<file path=ppt/slides/slide1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7B3FA2-02F4-40D6-83D3-70131085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training and maturity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43C9C-5CED-473E-87B0-B584094D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66"/>
          </a:solidFill>
          <a:ln xmlns:a="http://schemas.openxmlformats.org/drawingml/2006/main" w="0">
            <a:solidFill>
              <a:srgbClr val="0D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1673A-2AF1-4A95-91D5-11517231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96507-8F24-4766-9191-475ADD82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7D3F2-4983-4E9C-8FC1-89E7D499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Maturity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EAB6B-21BA-476C-81B1-05508C7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A145E-DC60-4969-89A4-39F5A903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Training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B40E3-B7B6-43B2-9716-AFE1CA47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1733550"/>
            <a:ext cx="5499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7C6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1C6A6-5FAD-4128-AF44-5473CC56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184785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85164-F834-4BB4-9099-AA9C84D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568DF-2CCC-468D-B63B-9D5D2F6A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9B12F-9402-4925-BCE5-42076D94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884B3-8192-401D-85B0-E0759DDE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Triage + SOP basics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1F36C-2D9D-4D11-A559-ECC03B2F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23431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6D5EC-B655-424E-AC48-1AD49CC8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4574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Checklist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F99AB-6084-49E6-8379-17EF1074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453C4-E95A-4FBF-9514-2252A489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Operational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8205A-4622-4E6E-A973-12D9C736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D54F9-802C-4936-8B94-EE94BFB2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Investigation + playbooks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BD70E-7257-49F3-858E-77985D5F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1432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EA2EE-DE22-470B-A6C5-278BA334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2575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Lab results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959DE-E132-467F-9D8D-CB737835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B482B-264C-46E0-AB51-CFEE953A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Managed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A2E89-1034-4CA7-9279-AFDAE0A6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852AE-311A-4251-9F7D-A322B403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Detection + IR exercises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0CE14B-5247-4103-AA07-A81FF1F8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39433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CCA1C-85C2-44F1-88D1-D2966337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0576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Simulation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1BDE46-0C98-4FDF-A4C1-D220BC6A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796FB-EF4B-4D65-93A0-4B933C32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Mature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6506FB-7B6D-4280-98E2-AB88911E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971AA-099A-4391-8F0B-6B8936A1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Threat-led improvement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9F125F-C558-4258-8D1A-295CBB6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850" y="4743450"/>
            <a:ext cx="5499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FF8D00-ADFF-47DB-8FE3-0CD8E3A7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857750"/>
            <a:ext cx="520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Purple-team findings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B9E8A9-0088-4E52-836C-51A993EA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66"/>
                </a:solidFill>
              </a:defRPr>
            </a:pPr>
            <a:r>
              <a:rPr sz="1125" b="1">
                <a:solidFill>
                  <a:srgbClr val="0D7C66"/>
                </a:solidFill>
              </a:rPr>
              <a:t>136 / 142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8C0631-A722-47AA-BAF2-D723AA16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1226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Training, Simulation, and Continuous Improvement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32CEC8-C4A5-41C7-8C44-5ABC6A2A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81025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09_Simulation_Testing, 10_Training_Onboarding</a:t>
            </a:r>
          </a:p>
        </p:txBody>
      </p:sp>
    </p:spTree>
    <p:extLst>
      <p:ext uri="{BB962C8B-B14F-4D97-AF65-F5344CB8AC3E}">
        <p14:creationId xmlns:p14="http://schemas.microsoft.com/office/powerpoint/2010/main" val="2015886844"/>
      </p:ext>
    </p:extLst>
  </p:cSld>
</p:sld>
</file>

<file path=ppt/slides/slide1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6CB3A3-3296-44DB-A772-54349426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Capstone scenario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92BF0-B472-4304-8C43-6A5445A0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12CB-60F9-480F-881D-BB1ACC54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3BA16-12B3-4B4E-B1E3-4AAAF905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5CA1D-BB70-40B4-A732-82E20BC3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6DAB3-EB68-457B-BC22-9864CD9C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Scenario: credential stuffing on a public customer portal followed by successful logins and invoice downloads.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74E0B-8DAA-45E8-94B8-2992CA37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618F3-DEE6-47E1-96A4-B406B4A0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A8C08-F438-4EF8-881B-97BCCE1B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Customer screenshots appear on social media; business asks whether regulators must be notified.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BCDBF-309F-4A36-BEC3-926B9B2E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EDA3A-0DA0-4084-8891-AE44D328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E7507-AB07-4041-8B8B-7550EF3F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Teams must make architecture, staffing, detection, IR, legal, and reporting decisions from incomplete facts.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E2A68-3C10-4B7B-8B34-4753B845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11742-C45C-4045-BCBD-56D7173C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6FCBC-4495-4E75-A16A-3A12259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D77CB-D762-4F34-8C53-1CAC63AC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23B79-9306-49D9-A23E-C2537CF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D6FA3-42D9-4E3F-881D-23DB66E8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28193-EA6D-4E70-9480-2F220908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0CCAE-4540-4102-9FB0-0E7F9052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13822-756C-4BF9-9341-60850C68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137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FF982A-D741-4C18-AB12-18354FAC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066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9ABD6B-AC51-4E91-AA99-593E5F8B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60120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1917357265"/>
      </p:ext>
    </p:extLst>
  </p:cSld>
</p:sld>
</file>

<file path=ppt/slides/slide1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ECA60E-25E8-47C4-87A9-91238628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02A"/>
                </a:solidFill>
              </a:defRPr>
            </a:pPr>
            <a:r>
              <a:rPr sz="3450" b="1">
                <a:solidFill>
                  <a:srgbClr val="17202A"/>
                </a:solidFill>
              </a:rPr>
              <a:t>Team task: architecture, staffing, detection, IR, legal, reporting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116A9-1A10-4600-9A59-D271D0E0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1CE89-0163-4429-B8D6-1237B3F8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2395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D1895-6BAB-40C1-945F-02579575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5254F-98F7-434A-A1A9-03A01C0A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72C39-74B9-4277-8A69-008639BB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383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Identify missing telemetry, current owners, shift path, and required containment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DA0E7-7CE1-4D8D-875D-516012B2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7B8D5-1CA8-4F67-B23C-795D3466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C96D7-FC0F-40DA-BD02-49BB9D33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Map detections and playbooks that should activate.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5AD62-13A3-4583-9312-E52EFA32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B7540-190E-45B6-AA62-14BF8297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2412A-2BA1-4331-A7E7-BB49079C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9085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Define who briefs executives and who owns next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CE7FB-6C4D-4CFE-9861-76784283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3830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7C13F-1BC2-465D-B943-25CFB40B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03835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FE8C9-CFAF-47AD-A07B-F3DF511A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E3C22-FEFE-4D4A-A7A4-8786F0EE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95275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90953-8E2E-483C-9EED-E4FFDDC1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0319D-4E0B-4CFC-8541-9AC67E7C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86715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F21A9-6BD4-4449-B214-E6BA89DB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955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C80FE-85DA-4D97-ACF0-4D3554A6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78155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EA1EC-DA93-413F-8F00-3891E89C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3395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39261-E4DF-42E6-AA80-B757AEF1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69595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61FD2-1723-4650-BDCC-2C0408F8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4835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0DE74-883B-4E22-A19C-0D730598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1035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F4884B-63D1-404B-AD01-B6EE636F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138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6AD27-CAB0-422E-8380-14E32D3C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066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671C32-C04D-4A4E-B8B2-865BF6EB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60120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885876860"/>
      </p:ext>
    </p:extLst>
  </p:cSld>
</p:sld>
</file>

<file path=ppt/slides/slide1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379AEB-9107-499D-A805-F6F7B007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Team task: evidence and escalation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E7E49-B3ED-439E-B319-F63DC9AF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F4F0B-722A-416F-ADDF-2005AA97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331F5-1DAD-4DDD-A6C1-1581A9D3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08AD3-5236-4B0B-9835-7F259E7C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7B567-E531-4BDC-9272-621A327E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List the first evidence package: timeline, accounts, IPs, user actions, data accessed, logs, and custody.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5C87F-D908-4713-8A12-7EB4677E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5AD2A-5248-406B-AF06-6FFC0345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CE8BF-9C1F-4464-B6DD-9397026E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Decide legal-impact checkpoint and notification status.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CB22C-01DB-422B-ACD9-D7843F29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CC74F-1307-4793-BBBD-2BA0587F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886A2-DD45-4C82-8DAD-6070B8D4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Write assumptions separately from confirmed facts.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3BF4A-6DB4-4149-93A1-3A4A825E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888D9-3E93-4C49-8E71-8ABB5492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1336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03C8E-FD36-409D-AE4A-7AB71A17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11C95-7C97-4314-AE7A-9FC335D0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0480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CCF4F-ACC2-453D-BBFB-5B20C2B3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CE1AB-0973-4DA3-9203-C306F78D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9624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5F79D-E04C-4C0B-BA86-7448E259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D6696-9B74-425C-A0F6-CA4A62F3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8768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E2051-1FE2-4E88-B622-38DA2867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5029F-3DF2-443E-B908-D94B0F8D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7912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AF7B6-6EF3-4E1D-AC12-D813BC49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436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2A149-BD35-47A6-BF52-1676B289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0560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AB1B5-CFC4-454C-AFCF-00B60907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139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C9256A-3EF7-4490-AC3C-4F925867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066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4F4AD-AAF0-41E1-8FB4-001F6F30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60120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428507837"/>
      </p:ext>
    </p:extLst>
  </p:cSld>
</p:sld>
</file>

<file path=ppt/slides/slide1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4EB6B7-3085-4060-8755-C0505526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Debrief framework by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E0AA4-51E5-4106-8347-3CA6E54A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9A9FF-B4FD-46AB-99F8-5FDA036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B5835-D9A8-4145-AEBF-EEE7F135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80EF1-E422-499D-8DE2-D0A2A9A3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9F2B8-FDBA-46DC-AD1F-D4B43892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CISO: risk decision, executive message, and external posture.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47492-76F8-4C58-A172-63936785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687FC-100A-4551-B0B5-B7F0195A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AE599-95C1-4846-9C89-B1CF0FD4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SOC Manager: workflow, staffing, handoff, and escalation quality.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868EC-6EE5-44D0-AE21-BB2D64FA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3B3D6-E2C9-4A8B-89C5-5D03B8F4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DD824-B3E6-4BFF-B185-D7B4B9EB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Analyst, engineer, and IR: evidence, detection, containment, and recovery 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082CE-F471-4D85-9738-81C84F1F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97E66-6D33-4190-B2FE-D9F108DA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E0262-C6D0-43AD-A1D5-609D0B7B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1C571-0E3D-4F71-B87C-5E74F00C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97427-ED31-4642-AF82-32FFA2E8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EFA0A-ABE0-44AD-A500-99635BA7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C4837-5B55-4B63-904F-A22FE5FD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8E9E4-7B34-4F12-9280-74398CEC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31945-DA7F-4E9A-953F-4D15BAC7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140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2ECBD2-5438-47B1-96E8-E1770029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066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B4F1F-7D93-4300-9830-C0C438E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60120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2130480294"/>
      </p:ext>
    </p:extLst>
  </p:cSld>
</p:sld>
</file>

<file path=ppt/slides/slide1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0B56A8-1CC1-4608-A628-F541EC4F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30/60/90-day action plan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5F903-53AE-46EE-98A4-47336671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383D5-6631-4C55-AB87-0E50D6AE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E9939-DBC2-4E4C-9C64-52E6C22F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46B03-A35B-485F-924C-EA935FCD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C1E04-7A49-466F-870C-DC14CD3F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30 days: fix critical visibility, severity, handoff, and top playbooks.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6A063-304B-4C41-A711-A0C3FE4B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7D2FE-6062-4C82-B0E3-19FD2283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984D9-FC9E-4E7F-9DA3-2D16714A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60 days: strengthen detection lifecycle, reporting, exercises, and ownership.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D7799-8086-4C8E-BAE1-39DCC16D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05169-BCA6-47A7-BC5D-8412BD88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9A4DF-FBB6-43B4-9142-F25FF558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90 days: mature governance cadence, metrics, training path, and roadmap funding.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F0A26-14A0-4B28-9887-ED436EB9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Team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BE584-6FA7-4912-B30E-227BE655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21336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37630-8785-4297-A47F-6CF080EF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D15D7-9547-41E5-BA08-3A6F3AC0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0480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5F954-16A4-4AD7-9B24-E29E08D2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89FD4-7067-49B8-A6A7-0659A585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9624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2B7FF-ADAF-4A7F-90D0-7226E41F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0F1F6-7C05-4087-B4D6-D8DD3587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8768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1B3AF-07F1-4407-94CD-76662455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Open gaps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CD261-B35E-4ADE-836E-44B1B75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5791200"/>
            <a:ext cx="852106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48BB9-43D3-46AA-AE39-17E3A788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43600"/>
            <a:ext cx="817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Next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3F6C29-CD03-4415-B99A-B73CCE71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70560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Use placeholders: [COMPANY], [SYSTEM], [OWNER], [YYYY-MM-DD]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359E5-36C5-437F-BD4C-2D8011AA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141 / 142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FB6D7-874D-40A0-B2D6-5637367E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066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39BBF-ED42-4200-B186-030B9604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60120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84293316"/>
      </p:ext>
    </p:extLst>
  </p:cSld>
</p:sld>
</file>

<file path=ppt/slides/slide1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FC7B65-D03C-49AA-92B8-CB56D45B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16725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202A"/>
                </a:solidFill>
              </a:defRPr>
            </a:pPr>
            <a:r>
              <a:rPr sz="4200" b="1">
                <a:solidFill>
                  <a:srgbClr val="17202A"/>
                </a:solidFill>
              </a:rPr>
              <a:t>Final takeaways and repo re-entry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65666-1C78-4C7F-A165-FF211F4A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D08B8-C949-44FB-9BFE-20F89D01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19200"/>
            <a:ext cx="14839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50672-F1BF-4EDA-B2E4-B2E1F676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FF465-BBBF-41F7-99C8-A2CCE969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3B33A-4BAB-47C7-B031-20A206E5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Use the repo as the operating manual, not as a document archive.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A6AB0-68D8-43D8-9D92-4CAD9DE5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DF72F-795F-4B07-AD04-466DF850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143B8-3F9E-47B2-BA91-EAB64200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Start with scope, telemetry, people, workflow, and decision authority.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4D609-E338-4ED9-A83F-A0987355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14081-0F24-4E99-BC48-770EC851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</a:defRPr>
            </a:pPr>
            <a:r>
              <a:rPr sz="1500" b="1">
                <a:solidFill>
                  <a:srgbClr val="0B728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2192C-9844-4E83-A539-4EF21C46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6100"/>
            <a:ext cx="876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A"/>
                </a:solidFill>
              </a:defRPr>
            </a:pPr>
            <a:r>
              <a:rPr sz="2250" b="0">
                <a:solidFill>
                  <a:srgbClr val="17202A"/>
                </a:solidFill>
              </a:rPr>
              <a:t>Return to the right SOP whenever a workshop artifact becomes a real backlog item.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CD427-15A8-4EF4-959C-44D858F5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33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</a:defRPr>
            </a:pPr>
            <a:r>
              <a:rPr sz="1800" b="1">
                <a:solidFill>
                  <a:srgbClr val="0B7285"/>
                </a:solidFill>
              </a:rPr>
              <a:t>Operating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215B9-E48D-4093-9E8F-124EF350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2114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3F4EE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C867A-0074-42FD-9C80-E2FDB2C7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D7C66"/>
                </a:solidFill>
              </a:defRPr>
            </a:pPr>
            <a:r>
              <a:rPr sz="2025" b="1">
                <a:solidFill>
                  <a:srgbClr val="0D7C66"/>
                </a:solidFill>
              </a:rPr>
              <a:t>Decision-ready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F3F79-A52F-41B0-B704-AFCAE233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3257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3F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AAE8F-1DAC-4610-9AC1-10B74C53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48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7285"/>
                </a:solidFill>
              </a:defRPr>
            </a:pPr>
            <a:r>
              <a:rPr sz="2025" b="1">
                <a:solidFill>
                  <a:srgbClr val="0B7285"/>
                </a:solidFill>
              </a:rPr>
              <a:t>Named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C9659-5876-4FC4-97E7-CC2ED949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945" y="4400550"/>
            <a:ext cx="689800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9D1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878C8-1E91-46D7-950A-25A49774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910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8218"/>
                </a:solidFill>
              </a:defRPr>
            </a:pPr>
            <a:r>
              <a:rPr sz="2025" b="1">
                <a:solidFill>
                  <a:srgbClr val="C98218"/>
                </a:solidFill>
              </a:rPr>
              <a:t>Evidence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9F584-0B5C-4302-A3FF-76ABCB1D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5435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The deck is designed as a workshop reference: each idea should become a workflow, worksheet, or backlog item.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263E5-5955-41E4-8CAF-7AA007DE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47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285"/>
                </a:solidFill>
              </a:defRPr>
            </a:pPr>
            <a:r>
              <a:rPr sz="1125" b="1">
                <a:solidFill>
                  <a:srgbClr val="0B7285"/>
                </a:solidFill>
              </a:rPr>
              <a:t>142 / 142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B146D-3BCA-4F1A-83FA-5AEC9FD2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601200"/>
            <a:ext cx="10668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Capstone Scenario and Close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C5D57-1F5E-4C3D-B638-4B9FE54B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9601200"/>
            <a:ext cx="47053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</a:defRPr>
            </a:pPr>
            <a:r>
              <a:rPr sz="975" b="0">
                <a:solidFill>
                  <a:srgbClr val="52616B"/>
                </a:solidFill>
              </a:rPr>
              <a:t>Source: Tabletop_Exercises, Thai_Legal_Escalation_Template, Incident_Decision_Log</a:t>
            </a:r>
          </a:p>
        </p:txBody>
      </p:sp>
    </p:spTree>
    <p:extLst>
      <p:ext uri="{BB962C8B-B14F-4D97-AF65-F5344CB8AC3E}">
        <p14:creationId xmlns:p14="http://schemas.microsoft.com/office/powerpoint/2010/main" val="1990515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2026-04-26T17:13:48.5200000Z</dcterms:created>
  <dcterms:modified xsi:type="dcterms:W3CDTF">2026-04-26T17:13:48.5210000Z</dcterms:modified>
</coreProperties>
</file>